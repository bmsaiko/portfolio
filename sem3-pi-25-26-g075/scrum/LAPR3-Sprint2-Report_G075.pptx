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omments/modernComment_127_0.xml" ContentType="application/vnd.ms-powerpoint.comments+xml"/>
  <Override PartName="/ppt/comments/modernComment_199_E8DB507.xml" ContentType="application/vnd.ms-powerpoint.comments+xml"/>
  <Override PartName="/ppt/comments/modernComment_194_F8C0A913.xml" ContentType="application/vnd.ms-powerpoint.comments+xml"/>
  <Override PartName="/ppt/comments/modernComment_196_73C95D57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197_300F0B25.xml" ContentType="application/vnd.ms-powerpoint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modernComment_19B_4BDE2BB0.xml" ContentType="application/vnd.ms-powerpoint.comments+xml"/>
  <Override PartName="/ppt/comments/modernComment_19A_18A78E8B.xml" ContentType="application/vnd.ms-powerpoint.comments+xml"/>
  <Override PartName="/ppt/comments/modernComment_19C_3254ACBA.xml" ContentType="application/vnd.ms-powerpoint.comments+xml"/>
  <Override PartName="/ppt/comments/modernComment_19E_492D5C77.xml" ContentType="application/vnd.ms-powerpoint.comments+xml"/>
  <Override PartName="/ppt/comments/modernComment_18E_C1BAF422.xml" ContentType="application/vnd.ms-powerpoint.comments+xml"/>
  <Override PartName="/ppt/comments/modernComment_19D_E1DEDD0F.xml" ContentType="application/vnd.ms-powerpoint.comments+xml"/>
  <Override PartName="/ppt/notesSlides/notesSlide1.xml" ContentType="application/vnd.openxmlformats-officedocument.presentationml.notesSlide+xml"/>
  <Override PartName="/ppt/comments/modernComment_195_4E28A34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0"/>
  </p:notesMasterIdLst>
  <p:sldIdLst>
    <p:sldId id="295" r:id="rId5"/>
    <p:sldId id="409" r:id="rId6"/>
    <p:sldId id="404" r:id="rId7"/>
    <p:sldId id="416" r:id="rId8"/>
    <p:sldId id="406" r:id="rId9"/>
    <p:sldId id="407" r:id="rId10"/>
    <p:sldId id="408" r:id="rId11"/>
    <p:sldId id="411" r:id="rId12"/>
    <p:sldId id="410" r:id="rId13"/>
    <p:sldId id="412" r:id="rId14"/>
    <p:sldId id="414" r:id="rId15"/>
    <p:sldId id="398" r:id="rId16"/>
    <p:sldId id="413" r:id="rId17"/>
    <p:sldId id="405" r:id="rId18"/>
    <p:sldId id="387" r:id="rId19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1A558A-D303-65E2-8988-E9D20194D4E8}" name="Ana Barata" initials="AB" userId="S::abt@isep.ipp.pt::5b353bcc-9c20-4dd6-9ceb-f15a7e5b32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D33CA1-4B30-4651-919C-B819E43415CB}" v="684" dt="2025-11-23T01:03:21.672"/>
    <p1510:client id="{34EC6423-1B8C-4362-8CF2-84E67E6D9891}" v="1505" dt="2025-11-23T01:03:25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12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Gonçalves Pinto" userId="5d5b7ded-22d0-4d51-aaed-9b85a7f5d630" providerId="ADAL" clId="{EF2C9400-382A-4324-8CB0-F80EB876EFCF}"/>
    <pc:docChg chg="undo custSel addSld delSld modSld">
      <pc:chgData name="Miguel Gonçalves Pinto" userId="5d5b7ded-22d0-4d51-aaed-9b85a7f5d630" providerId="ADAL" clId="{EF2C9400-382A-4324-8CB0-F80EB876EFCF}" dt="2025-11-23T01:03:25.385" v="1498" actId="2696"/>
      <pc:docMkLst>
        <pc:docMk/>
      </pc:docMkLst>
      <pc:sldChg chg="addSp delSp modSp mod">
        <pc:chgData name="Miguel Gonçalves Pinto" userId="5d5b7ded-22d0-4d51-aaed-9b85a7f5d630" providerId="ADAL" clId="{EF2C9400-382A-4324-8CB0-F80EB876EFCF}" dt="2025-11-23T00:47:29.696" v="798" actId="14100"/>
        <pc:sldMkLst>
          <pc:docMk/>
          <pc:sldMk cId="0" sldId="295"/>
        </pc:sldMkLst>
        <pc:spChg chg="mod">
          <ac:chgData name="Miguel Gonçalves Pinto" userId="5d5b7ded-22d0-4d51-aaed-9b85a7f5d630" providerId="ADAL" clId="{EF2C9400-382A-4324-8CB0-F80EB876EFCF}" dt="2025-11-22T23:46:32.800" v="48" actId="20577"/>
          <ac:spMkLst>
            <pc:docMk/>
            <pc:sldMk cId="0" sldId="295"/>
            <ac:spMk id="3" creationId="{A20BB2CE-AD20-4EB4-9198-1AB0990B2FB7}"/>
          </ac:spMkLst>
        </pc:spChg>
        <pc:graphicFrameChg chg="mod modGraphic">
          <ac:chgData name="Miguel Gonçalves Pinto" userId="5d5b7ded-22d0-4d51-aaed-9b85a7f5d630" providerId="ADAL" clId="{EF2C9400-382A-4324-8CB0-F80EB876EFCF}" dt="2025-11-22T23:50:06.896" v="55" actId="20577"/>
          <ac:graphicFrameMkLst>
            <pc:docMk/>
            <pc:sldMk cId="0" sldId="295"/>
            <ac:graphicFrameMk id="5" creationId="{A7A502EE-944E-4A2F-52C8-1234A7F9536C}"/>
          </ac:graphicFrameMkLst>
        </pc:graphicFrameChg>
        <pc:picChg chg="add mod">
          <ac:chgData name="Miguel Gonçalves Pinto" userId="5d5b7ded-22d0-4d51-aaed-9b85a7f5d630" providerId="ADAL" clId="{EF2C9400-382A-4324-8CB0-F80EB876EFCF}" dt="2025-11-23T00:13:58.434" v="449" actId="14100"/>
          <ac:picMkLst>
            <pc:docMk/>
            <pc:sldMk cId="0" sldId="295"/>
            <ac:picMk id="6" creationId="{C16BC5EB-C89F-AB0C-4CE4-AC6B6D4BDB13}"/>
          </ac:picMkLst>
        </pc:picChg>
        <pc:picChg chg="mod">
          <ac:chgData name="Miguel Gonçalves Pinto" userId="5d5b7ded-22d0-4d51-aaed-9b85a7f5d630" providerId="ADAL" clId="{EF2C9400-382A-4324-8CB0-F80EB876EFCF}" dt="2025-11-23T00:47:29.696" v="798" actId="14100"/>
          <ac:picMkLst>
            <pc:docMk/>
            <pc:sldMk cId="0" sldId="295"/>
            <ac:picMk id="7" creationId="{F8DCBBDA-0CD8-AA94-57EC-3F17F91853C6}"/>
          </ac:picMkLst>
        </pc:picChg>
        <pc:picChg chg="add del mod">
          <ac:chgData name="Miguel Gonçalves Pinto" userId="5d5b7ded-22d0-4d51-aaed-9b85a7f5d630" providerId="ADAL" clId="{EF2C9400-382A-4324-8CB0-F80EB876EFCF}" dt="2025-11-22T23:46:28.193" v="42" actId="478"/>
          <ac:picMkLst>
            <pc:docMk/>
            <pc:sldMk cId="0" sldId="295"/>
            <ac:picMk id="8" creationId="{2CFDAFA2-44BA-5075-C1B1-7E9864B6CC3C}"/>
          </ac:picMkLst>
        </pc:picChg>
        <pc:picChg chg="add mod">
          <ac:chgData name="Miguel Gonçalves Pinto" userId="5d5b7ded-22d0-4d51-aaed-9b85a7f5d630" providerId="ADAL" clId="{EF2C9400-382A-4324-8CB0-F80EB876EFCF}" dt="2025-11-22T23:50:11.104" v="56" actId="1076"/>
          <ac:picMkLst>
            <pc:docMk/>
            <pc:sldMk cId="0" sldId="295"/>
            <ac:picMk id="10" creationId="{03C11CDA-CA86-0CCD-5D2D-A0B9026535F5}"/>
          </ac:picMkLst>
        </pc:picChg>
        <pc:picChg chg="add mod">
          <ac:chgData name="Miguel Gonçalves Pinto" userId="5d5b7ded-22d0-4d51-aaed-9b85a7f5d630" providerId="ADAL" clId="{EF2C9400-382A-4324-8CB0-F80EB876EFCF}" dt="2025-11-22T23:50:40.953" v="59" actId="14100"/>
          <ac:picMkLst>
            <pc:docMk/>
            <pc:sldMk cId="0" sldId="295"/>
            <ac:picMk id="12" creationId="{72F59492-3BE5-C870-D0F2-EFFBF5F44CAB}"/>
          </ac:picMkLst>
        </pc:picChg>
        <pc:picChg chg="add del mod">
          <ac:chgData name="Miguel Gonçalves Pinto" userId="5d5b7ded-22d0-4d51-aaed-9b85a7f5d630" providerId="ADAL" clId="{EF2C9400-382A-4324-8CB0-F80EB876EFCF}" dt="2025-11-23T00:27:58.696" v="615" actId="478"/>
          <ac:picMkLst>
            <pc:docMk/>
            <pc:sldMk cId="0" sldId="295"/>
            <ac:picMk id="14" creationId="{5E5F87CB-D390-42AB-BDC1-C1772CD94BF8}"/>
          </ac:picMkLst>
        </pc:picChg>
        <pc:picChg chg="add del mod">
          <ac:chgData name="Miguel Gonçalves Pinto" userId="5d5b7ded-22d0-4d51-aaed-9b85a7f5d630" providerId="ADAL" clId="{EF2C9400-382A-4324-8CB0-F80EB876EFCF}" dt="2025-11-23T00:13:26.093" v="436" actId="478"/>
          <ac:picMkLst>
            <pc:docMk/>
            <pc:sldMk cId="0" sldId="295"/>
            <ac:picMk id="16" creationId="{C97FF465-AAE2-C1CB-E467-F0CBA9EB1B26}"/>
          </ac:picMkLst>
        </pc:picChg>
        <pc:picChg chg="add mod">
          <ac:chgData name="Miguel Gonçalves Pinto" userId="5d5b7ded-22d0-4d51-aaed-9b85a7f5d630" providerId="ADAL" clId="{EF2C9400-382A-4324-8CB0-F80EB876EFCF}" dt="2025-11-23T00:13:43.748" v="444" actId="14100"/>
          <ac:picMkLst>
            <pc:docMk/>
            <pc:sldMk cId="0" sldId="295"/>
            <ac:picMk id="18" creationId="{79B549BF-BB53-4C77-A372-2C918B114B69}"/>
          </ac:picMkLst>
        </pc:picChg>
        <pc:picChg chg="add mod">
          <ac:chgData name="Miguel Gonçalves Pinto" userId="5d5b7ded-22d0-4d51-aaed-9b85a7f5d630" providerId="ADAL" clId="{EF2C9400-382A-4324-8CB0-F80EB876EFCF}" dt="2025-11-23T00:28:12.013" v="622" actId="14100"/>
          <ac:picMkLst>
            <pc:docMk/>
            <pc:sldMk cId="0" sldId="295"/>
            <ac:picMk id="20" creationId="{9845E4F2-A76F-A10A-E3B2-D47CEA13F999}"/>
          </ac:picMkLst>
        </pc:picChg>
        <pc:picChg chg="add del mod">
          <ac:chgData name="Miguel Gonçalves Pinto" userId="5d5b7ded-22d0-4d51-aaed-9b85a7f5d630" providerId="ADAL" clId="{EF2C9400-382A-4324-8CB0-F80EB876EFCF}" dt="2025-11-23T00:12:52.519" v="431" actId="478"/>
          <ac:picMkLst>
            <pc:docMk/>
            <pc:sldMk cId="0" sldId="295"/>
            <ac:picMk id="1026" creationId="{01FB7A3E-3FA5-4915-84F8-7338F0F28B9C}"/>
          </ac:picMkLst>
        </pc:picChg>
      </pc:sldChg>
      <pc:sldChg chg="modSp">
        <pc:chgData name="Miguel Gonçalves Pinto" userId="5d5b7ded-22d0-4d51-aaed-9b85a7f5d630" providerId="ADAL" clId="{EF2C9400-382A-4324-8CB0-F80EB876EFCF}" dt="2025-11-23T01:03:21.642" v="1496" actId="1076"/>
        <pc:sldMkLst>
          <pc:docMk/>
          <pc:sldMk cId="0" sldId="387"/>
        </pc:sldMkLst>
        <pc:picChg chg="mod">
          <ac:chgData name="Miguel Gonçalves Pinto" userId="5d5b7ded-22d0-4d51-aaed-9b85a7f5d630" providerId="ADAL" clId="{EF2C9400-382A-4324-8CB0-F80EB876EFCF}" dt="2025-11-23T01:03:21.642" v="1496" actId="1076"/>
          <ac:picMkLst>
            <pc:docMk/>
            <pc:sldMk cId="0" sldId="387"/>
            <ac:picMk id="2" creationId="{63305713-9999-B782-17EA-DC85021DE330}"/>
          </ac:picMkLst>
        </pc:picChg>
      </pc:sldChg>
      <pc:sldChg chg="modSp mod">
        <pc:chgData name="Miguel Gonçalves Pinto" userId="5d5b7ded-22d0-4d51-aaed-9b85a7f5d630" providerId="ADAL" clId="{EF2C9400-382A-4324-8CB0-F80EB876EFCF}" dt="2025-11-23T01:02:08.136" v="1464" actId="20577"/>
        <pc:sldMkLst>
          <pc:docMk/>
          <pc:sldMk cId="3250254882" sldId="398"/>
        </pc:sldMkLst>
        <pc:spChg chg="mod">
          <ac:chgData name="Miguel Gonçalves Pinto" userId="5d5b7ded-22d0-4d51-aaed-9b85a7f5d630" providerId="ADAL" clId="{EF2C9400-382A-4324-8CB0-F80EB876EFCF}" dt="2025-11-23T01:02:08.136" v="1464" actId="20577"/>
          <ac:spMkLst>
            <pc:docMk/>
            <pc:sldMk cId="3250254882" sldId="398"/>
            <ac:spMk id="5" creationId="{E87CCFBD-63B6-4340-92B3-5E03879F60E8}"/>
          </ac:spMkLst>
        </pc:spChg>
        <pc:spChg chg="mod">
          <ac:chgData name="Miguel Gonçalves Pinto" userId="5d5b7ded-22d0-4d51-aaed-9b85a7f5d630" providerId="ADAL" clId="{EF2C9400-382A-4324-8CB0-F80EB876EFCF}" dt="2025-11-23T00:49:30.942" v="830" actId="20577"/>
          <ac:spMkLst>
            <pc:docMk/>
            <pc:sldMk cId="3250254882" sldId="398"/>
            <ac:spMk id="7" creationId="{73B9FD58-6876-4E87-998E-ACA36985B86E}"/>
          </ac:spMkLst>
        </pc:spChg>
      </pc:sldChg>
      <pc:sldChg chg="modSp mod">
        <pc:chgData name="Miguel Gonçalves Pinto" userId="5d5b7ded-22d0-4d51-aaed-9b85a7f5d630" providerId="ADAL" clId="{EF2C9400-382A-4324-8CB0-F80EB876EFCF}" dt="2025-11-23T00:11:13.644" v="422" actId="122"/>
        <pc:sldMkLst>
          <pc:docMk/>
          <pc:sldMk cId="4173375763" sldId="404"/>
        </pc:sldMkLst>
        <pc:graphicFrameChg chg="mod modGraphic">
          <ac:chgData name="Miguel Gonçalves Pinto" userId="5d5b7ded-22d0-4d51-aaed-9b85a7f5d630" providerId="ADAL" clId="{EF2C9400-382A-4324-8CB0-F80EB876EFCF}" dt="2025-11-23T00:11:13.644" v="422" actId="122"/>
          <ac:graphicFrameMkLst>
            <pc:docMk/>
            <pc:sldMk cId="4173375763" sldId="404"/>
            <ac:graphicFrameMk id="2" creationId="{CE9589D4-96FD-42EC-88BF-AABA0DB75B49}"/>
          </ac:graphicFrameMkLst>
        </pc:graphicFrameChg>
      </pc:sldChg>
      <pc:sldChg chg="addSp modSp mod modCm">
        <pc:chgData name="Miguel Gonçalves Pinto" userId="5d5b7ded-22d0-4d51-aaed-9b85a7f5d630" providerId="ADAL" clId="{EF2C9400-382A-4324-8CB0-F80EB876EFCF}" dt="2025-11-23T01:02:43.317" v="1493" actId="20577"/>
        <pc:sldMkLst>
          <pc:docMk/>
          <pc:sldMk cId="81955380" sldId="405"/>
        </pc:sldMkLst>
        <pc:spChg chg="mod">
          <ac:chgData name="Miguel Gonçalves Pinto" userId="5d5b7ded-22d0-4d51-aaed-9b85a7f5d630" providerId="ADAL" clId="{EF2C9400-382A-4324-8CB0-F80EB876EFCF}" dt="2025-11-23T01:02:43.317" v="1493" actId="20577"/>
          <ac:spMkLst>
            <pc:docMk/>
            <pc:sldMk cId="81955380" sldId="405"/>
            <ac:spMk id="2" creationId="{EEE97808-B786-5C10-6A83-416F88B5C6D2}"/>
          </ac:spMkLst>
        </pc:spChg>
        <pc:spChg chg="add mod">
          <ac:chgData name="Miguel Gonçalves Pinto" userId="5d5b7ded-22d0-4d51-aaed-9b85a7f5d630" providerId="ADAL" clId="{EF2C9400-382A-4324-8CB0-F80EB876EFCF}" dt="2025-11-23T00:16:32.215" v="455" actId="1076"/>
          <ac:spMkLst>
            <pc:docMk/>
            <pc:sldMk cId="81955380" sldId="405"/>
            <ac:spMk id="4" creationId="{0E8B82C1-EAAA-9733-C818-9D6EFB516F3F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1:02:43.317" v="1493" actId="20577"/>
              <pc2:cmMkLst xmlns:pc2="http://schemas.microsoft.com/office/powerpoint/2019/9/main/command">
                <pc:docMk/>
                <pc:sldMk cId="81955380" sldId="405"/>
                <pc2:cmMk id="{C03E0C3C-4021-4A5B-BC00-32E823C80B52}"/>
              </pc2:cmMkLst>
            </pc226:cmChg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1:02:43.317" v="1493" actId="20577"/>
              <pc2:cmMkLst xmlns:pc2="http://schemas.microsoft.com/office/powerpoint/2019/9/main/command">
                <pc:docMk/>
                <pc:sldMk cId="81955380" sldId="405"/>
                <pc2:cmMk id="{F17D478A-07EA-497A-B66D-2884170B6418}"/>
              </pc2:cmMkLst>
            </pc226:cmChg>
          </p:ext>
        </pc:extLst>
      </pc:sldChg>
      <pc:sldChg chg="mod">
        <pc:chgData name="Miguel Gonçalves Pinto" userId="5d5b7ded-22d0-4d51-aaed-9b85a7f5d630" providerId="ADAL" clId="{EF2C9400-382A-4324-8CB0-F80EB876EFCF}" dt="2025-11-23T00:12:22.341" v="430" actId="27918"/>
        <pc:sldMkLst>
          <pc:docMk/>
          <pc:sldMk cId="806292261" sldId="407"/>
        </pc:sldMkLst>
      </pc:sldChg>
      <pc:sldChg chg="modSp mod">
        <pc:chgData name="Miguel Gonçalves Pinto" userId="5d5b7ded-22d0-4d51-aaed-9b85a7f5d630" providerId="ADAL" clId="{EF2C9400-382A-4324-8CB0-F80EB876EFCF}" dt="2025-11-23T00:30:49.896" v="797" actId="20577"/>
        <pc:sldMkLst>
          <pc:docMk/>
          <pc:sldMk cId="3745336153" sldId="408"/>
        </pc:sldMkLst>
        <pc:graphicFrameChg chg="mod modGraphic">
          <ac:chgData name="Miguel Gonçalves Pinto" userId="5d5b7ded-22d0-4d51-aaed-9b85a7f5d630" providerId="ADAL" clId="{EF2C9400-382A-4324-8CB0-F80EB876EFCF}" dt="2025-11-23T00:30:49.896" v="797" actId="20577"/>
          <ac:graphicFrameMkLst>
            <pc:docMk/>
            <pc:sldMk cId="3745336153" sldId="408"/>
            <ac:graphicFrameMk id="3" creationId="{2765780B-B941-BB03-F491-AFEFC4822F45}"/>
          </ac:graphicFrameMkLst>
        </pc:graphicFrameChg>
      </pc:sldChg>
      <pc:sldChg chg="modSp mod">
        <pc:chgData name="Miguel Gonçalves Pinto" userId="5d5b7ded-22d0-4d51-aaed-9b85a7f5d630" providerId="ADAL" clId="{EF2C9400-382A-4324-8CB0-F80EB876EFCF}" dt="2025-11-23T00:04:55.591" v="191" actId="122"/>
        <pc:sldMkLst>
          <pc:docMk/>
          <pc:sldMk cId="244167943" sldId="409"/>
        </pc:sldMkLst>
        <pc:spChg chg="mod">
          <ac:chgData name="Miguel Gonçalves Pinto" userId="5d5b7ded-22d0-4d51-aaed-9b85a7f5d630" providerId="ADAL" clId="{EF2C9400-382A-4324-8CB0-F80EB876EFCF}" dt="2025-11-22T23:57:12.279" v="159" actId="20577"/>
          <ac:spMkLst>
            <pc:docMk/>
            <pc:sldMk cId="244167943" sldId="409"/>
            <ac:spMk id="7" creationId="{6F8BAF59-30E8-4D49-87D9-D5A1CD648639}"/>
          </ac:spMkLst>
        </pc:spChg>
        <pc:graphicFrameChg chg="modGraphic">
          <ac:chgData name="Miguel Gonçalves Pinto" userId="5d5b7ded-22d0-4d51-aaed-9b85a7f5d630" providerId="ADAL" clId="{EF2C9400-382A-4324-8CB0-F80EB876EFCF}" dt="2025-11-23T00:04:55.591" v="191" actId="122"/>
          <ac:graphicFrameMkLst>
            <pc:docMk/>
            <pc:sldMk cId="244167943" sldId="409"/>
            <ac:graphicFrameMk id="2" creationId="{CE9589D4-96FD-42EC-88BF-AABA0DB75B49}"/>
          </ac:graphicFrameMkLst>
        </pc:graphicFrameChg>
      </pc:sldChg>
      <pc:sldChg chg="modSp mod modCm">
        <pc:chgData name="Miguel Gonçalves Pinto" userId="5d5b7ded-22d0-4d51-aaed-9b85a7f5d630" providerId="ADAL" clId="{EF2C9400-382A-4324-8CB0-F80EB876EFCF}" dt="2025-11-23T00:54:50.319" v="1070" actId="20577"/>
        <pc:sldMkLst>
          <pc:docMk/>
          <pc:sldMk cId="413634187" sldId="410"/>
        </pc:sldMkLst>
        <pc:spChg chg="mod">
          <ac:chgData name="Miguel Gonçalves Pinto" userId="5d5b7ded-22d0-4d51-aaed-9b85a7f5d630" providerId="ADAL" clId="{EF2C9400-382A-4324-8CB0-F80EB876EFCF}" dt="2025-11-23T00:54:50.319" v="1070" actId="20577"/>
          <ac:spMkLst>
            <pc:docMk/>
            <pc:sldMk cId="413634187" sldId="410"/>
            <ac:spMk id="2" creationId="{7856DF50-9E5E-4610-FEB2-C4A38022FCF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0:54:50.319" v="1070" actId="20577"/>
              <pc2:cmMkLst xmlns:pc2="http://schemas.microsoft.com/office/powerpoint/2019/9/main/command">
                <pc:docMk/>
                <pc:sldMk cId="413634187" sldId="410"/>
                <pc2:cmMk id="{04799842-737E-4B2F-88FC-09EA045D1B06}"/>
              </pc2:cmMkLst>
            </pc226:cmChg>
          </p:ext>
        </pc:extLst>
      </pc:sldChg>
      <pc:sldChg chg="modSp mod modCm">
        <pc:chgData name="Miguel Gonçalves Pinto" userId="5d5b7ded-22d0-4d51-aaed-9b85a7f5d630" providerId="ADAL" clId="{EF2C9400-382A-4324-8CB0-F80EB876EFCF}" dt="2025-11-23T00:56:01.499" v="1121" actId="20577"/>
        <pc:sldMkLst>
          <pc:docMk/>
          <pc:sldMk cId="844410042" sldId="412"/>
        </pc:sldMkLst>
        <pc:spChg chg="mod">
          <ac:chgData name="Miguel Gonçalves Pinto" userId="5d5b7ded-22d0-4d51-aaed-9b85a7f5d630" providerId="ADAL" clId="{EF2C9400-382A-4324-8CB0-F80EB876EFCF}" dt="2025-11-23T00:56:01.499" v="1121" actId="20577"/>
          <ac:spMkLst>
            <pc:docMk/>
            <pc:sldMk cId="844410042" sldId="412"/>
            <ac:spMk id="3" creationId="{41914A20-7452-6770-365F-62A72A9E05A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0:56:01.499" v="1121" actId="20577"/>
              <pc2:cmMkLst xmlns:pc2="http://schemas.microsoft.com/office/powerpoint/2019/9/main/command">
                <pc:docMk/>
                <pc:sldMk cId="844410042" sldId="412"/>
                <pc2:cmMk id="{42E0F32F-B25D-47AC-9887-88A5AA729FD1}"/>
              </pc2:cmMkLst>
            </pc226:cmChg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0:56:01.499" v="1121" actId="20577"/>
              <pc2:cmMkLst xmlns:pc2="http://schemas.microsoft.com/office/powerpoint/2019/9/main/command">
                <pc:docMk/>
                <pc:sldMk cId="844410042" sldId="412"/>
                <pc2:cmMk id="{15F74BEC-7A85-4342-BC2E-63549E73A1F1}"/>
              </pc2:cmMkLst>
            </pc226:cmChg>
          </p:ext>
        </pc:extLst>
      </pc:sldChg>
      <pc:sldChg chg="modSp mod">
        <pc:chgData name="Miguel Gonçalves Pinto" userId="5d5b7ded-22d0-4d51-aaed-9b85a7f5d630" providerId="ADAL" clId="{EF2C9400-382A-4324-8CB0-F80EB876EFCF}" dt="2025-11-23T01:02:15.221" v="1475" actId="20577"/>
        <pc:sldMkLst>
          <pc:docMk/>
          <pc:sldMk cId="3789479183" sldId="413"/>
        </pc:sldMkLst>
        <pc:spChg chg="mod">
          <ac:chgData name="Miguel Gonçalves Pinto" userId="5d5b7ded-22d0-4d51-aaed-9b85a7f5d630" providerId="ADAL" clId="{EF2C9400-382A-4324-8CB0-F80EB876EFCF}" dt="2025-11-23T01:02:15.221" v="1475" actId="20577"/>
          <ac:spMkLst>
            <pc:docMk/>
            <pc:sldMk cId="3789479183" sldId="413"/>
            <ac:spMk id="7" creationId="{15D1BD0F-42E6-8626-2941-D327B367F339}"/>
          </ac:spMkLst>
        </pc:spChg>
      </pc:sldChg>
      <pc:sldChg chg="modSp mod modCm">
        <pc:chgData name="Miguel Gonçalves Pinto" userId="5d5b7ded-22d0-4d51-aaed-9b85a7f5d630" providerId="ADAL" clId="{EF2C9400-382A-4324-8CB0-F80EB876EFCF}" dt="2025-11-23T01:01:52.842" v="1451" actId="20577"/>
        <pc:sldMkLst>
          <pc:docMk/>
          <pc:sldMk cId="1227709559" sldId="414"/>
        </pc:sldMkLst>
        <pc:spChg chg="mod">
          <ac:chgData name="Miguel Gonçalves Pinto" userId="5d5b7ded-22d0-4d51-aaed-9b85a7f5d630" providerId="ADAL" clId="{EF2C9400-382A-4324-8CB0-F80EB876EFCF}" dt="2025-11-23T01:01:52.842" v="1451" actId="20577"/>
          <ac:spMkLst>
            <pc:docMk/>
            <pc:sldMk cId="1227709559" sldId="414"/>
            <ac:spMk id="3" creationId="{26E8AA96-E4FE-2D1F-50B5-1C90B137D285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iguel Gonçalves Pinto" userId="5d5b7ded-22d0-4d51-aaed-9b85a7f5d630" providerId="ADAL" clId="{EF2C9400-382A-4324-8CB0-F80EB876EFCF}" dt="2025-11-23T01:01:52.842" v="1451" actId="20577"/>
              <pc2:cmMkLst xmlns:pc2="http://schemas.microsoft.com/office/powerpoint/2019/9/main/command">
                <pc:docMk/>
                <pc:sldMk cId="1227709559" sldId="414"/>
                <pc2:cmMk id="{41EFBD6F-9E35-4A08-A4A7-AC9DA9DBE287}"/>
              </pc2:cmMkLst>
            </pc226:cmChg>
          </p:ext>
        </pc:extLst>
      </pc:sldChg>
      <pc:sldChg chg="add del">
        <pc:chgData name="Miguel Gonçalves Pinto" userId="5d5b7ded-22d0-4d51-aaed-9b85a7f5d630" providerId="ADAL" clId="{EF2C9400-382A-4324-8CB0-F80EB876EFCF}" dt="2025-11-23T01:03:25.385" v="1498" actId="2696"/>
        <pc:sldMkLst>
          <pc:docMk/>
          <pc:sldMk cId="191838136" sldId="415"/>
        </pc:sldMkLst>
      </pc:sldChg>
      <pc:sldChg chg="modSp add mod">
        <pc:chgData name="Miguel Gonçalves Pinto" userId="5d5b7ded-22d0-4d51-aaed-9b85a7f5d630" providerId="ADAL" clId="{EF2C9400-382A-4324-8CB0-F80EB876EFCF}" dt="2025-11-23T00:11:06.827" v="419" actId="122"/>
        <pc:sldMkLst>
          <pc:docMk/>
          <pc:sldMk cId="1632902352" sldId="416"/>
        </pc:sldMkLst>
        <pc:graphicFrameChg chg="mod modGraphic">
          <ac:chgData name="Miguel Gonçalves Pinto" userId="5d5b7ded-22d0-4d51-aaed-9b85a7f5d630" providerId="ADAL" clId="{EF2C9400-382A-4324-8CB0-F80EB876EFCF}" dt="2025-11-23T00:11:06.827" v="419" actId="122"/>
          <ac:graphicFrameMkLst>
            <pc:docMk/>
            <pc:sldMk cId="1632902352" sldId="416"/>
            <ac:graphicFrameMk id="2" creationId="{D8C057AD-DB06-BD00-6394-C996E5E0B846}"/>
          </ac:graphicFrameMkLst>
        </pc:graphicFrameChg>
      </pc:sldChg>
      <pc:sldChg chg="add del">
        <pc:chgData name="Miguel Gonçalves Pinto" userId="5d5b7ded-22d0-4d51-aaed-9b85a7f5d630" providerId="ADAL" clId="{EF2C9400-382A-4324-8CB0-F80EB876EFCF}" dt="2025-11-23T00:10:34.199" v="396"/>
        <pc:sldMkLst>
          <pc:docMk/>
          <pc:sldMk cId="352778519" sldId="417"/>
        </pc:sldMkLst>
      </pc:sldChg>
    </pc:docChg>
  </pc:docChgLst>
  <pc:docChgLst>
    <pc:chgData name="Carlos Miguel Costa Almeida" userId="02567585-0ed9-43fd-b239-35a416a9fa31" providerId="ADAL" clId="{465B25F9-0D5B-4A71-B5E6-936EB5B1B796}"/>
    <pc:docChg chg="undo custSel modSld">
      <pc:chgData name="Carlos Miguel Costa Almeida" userId="02567585-0ed9-43fd-b239-35a416a9fa31" providerId="ADAL" clId="{465B25F9-0D5B-4A71-B5E6-936EB5B1B796}" dt="2025-11-23T01:03:21.673" v="678" actId="1076"/>
      <pc:docMkLst>
        <pc:docMk/>
      </pc:docMkLst>
      <pc:sldChg chg="addSp delSp modSp mod">
        <pc:chgData name="Carlos Miguel Costa Almeida" userId="02567585-0ed9-43fd-b239-35a416a9fa31" providerId="ADAL" clId="{465B25F9-0D5B-4A71-B5E6-936EB5B1B796}" dt="2025-11-23T01:03:21.673" v="678" actId="1076"/>
        <pc:sldMkLst>
          <pc:docMk/>
          <pc:sldMk cId="0" sldId="295"/>
        </pc:sldMkLst>
        <pc:graphicFrameChg chg="mod">
          <ac:chgData name="Carlos Miguel Costa Almeida" userId="02567585-0ed9-43fd-b239-35a416a9fa31" providerId="ADAL" clId="{465B25F9-0D5B-4A71-B5E6-936EB5B1B796}" dt="2025-11-23T00:39:10.354" v="614"/>
          <ac:graphicFrameMkLst>
            <pc:docMk/>
            <pc:sldMk cId="0" sldId="295"/>
            <ac:graphicFrameMk id="5" creationId="{A7A502EE-944E-4A2F-52C8-1234A7F9536C}"/>
          </ac:graphicFrameMkLst>
        </pc:graphicFrameChg>
        <pc:picChg chg="mod">
          <ac:chgData name="Carlos Miguel Costa Almeida" userId="02567585-0ed9-43fd-b239-35a416a9fa31" providerId="ADAL" clId="{465B25F9-0D5B-4A71-B5E6-936EB5B1B796}" dt="2025-11-23T00:40:26.015" v="638" actId="14100"/>
          <ac:picMkLst>
            <pc:docMk/>
            <pc:sldMk cId="0" sldId="295"/>
            <ac:picMk id="6" creationId="{C16BC5EB-C89F-AB0C-4CE4-AC6B6D4BDB13}"/>
          </ac:picMkLst>
        </pc:picChg>
        <pc:picChg chg="add del mod modCrop">
          <ac:chgData name="Carlos Miguel Costa Almeida" userId="02567585-0ed9-43fd-b239-35a416a9fa31" providerId="ADAL" clId="{465B25F9-0D5B-4A71-B5E6-936EB5B1B796}" dt="2025-11-23T01:03:21.673" v="678" actId="1076"/>
          <ac:picMkLst>
            <pc:docMk/>
            <pc:sldMk cId="0" sldId="295"/>
            <ac:picMk id="7" creationId="{F8DCBBDA-0CD8-AA94-57EC-3F17F91853C6}"/>
          </ac:picMkLst>
        </pc:picChg>
        <pc:picChg chg="mod">
          <ac:chgData name="Carlos Miguel Costa Almeida" userId="02567585-0ed9-43fd-b239-35a416a9fa31" providerId="ADAL" clId="{465B25F9-0D5B-4A71-B5E6-936EB5B1B796}" dt="2025-11-23T00:40:36.166" v="642" actId="14100"/>
          <ac:picMkLst>
            <pc:docMk/>
            <pc:sldMk cId="0" sldId="295"/>
            <ac:picMk id="10" creationId="{03C11CDA-CA86-0CCD-5D2D-A0B9026535F5}"/>
          </ac:picMkLst>
        </pc:picChg>
        <pc:picChg chg="del">
          <ac:chgData name="Carlos Miguel Costa Almeida" userId="02567585-0ed9-43fd-b239-35a416a9fa31" providerId="ADAL" clId="{465B25F9-0D5B-4A71-B5E6-936EB5B1B796}" dt="2025-11-23T00:38:55.122" v="613" actId="478"/>
          <ac:picMkLst>
            <pc:docMk/>
            <pc:sldMk cId="0" sldId="295"/>
            <ac:picMk id="12" creationId="{72F59492-3BE5-C870-D0F2-EFFBF5F44CAB}"/>
          </ac:picMkLst>
        </pc:picChg>
        <pc:picChg chg="mod">
          <ac:chgData name="Carlos Miguel Costa Almeida" userId="02567585-0ed9-43fd-b239-35a416a9fa31" providerId="ADAL" clId="{465B25F9-0D5B-4A71-B5E6-936EB5B1B796}" dt="2025-11-23T00:40:19.577" v="635" actId="14100"/>
          <ac:picMkLst>
            <pc:docMk/>
            <pc:sldMk cId="0" sldId="295"/>
            <ac:picMk id="18" creationId="{79B549BF-BB53-4C77-A372-2C918B114B69}"/>
          </ac:picMkLst>
        </pc:picChg>
        <pc:picChg chg="mod">
          <ac:chgData name="Carlos Miguel Costa Almeida" userId="02567585-0ed9-43fd-b239-35a416a9fa31" providerId="ADAL" clId="{465B25F9-0D5B-4A71-B5E6-936EB5B1B796}" dt="2025-11-23T00:40:16.884" v="634" actId="1076"/>
          <ac:picMkLst>
            <pc:docMk/>
            <pc:sldMk cId="0" sldId="295"/>
            <ac:picMk id="20" creationId="{9845E4F2-A76F-A10A-E3B2-D47CEA13F999}"/>
          </ac:picMkLst>
        </pc:picChg>
      </pc:sldChg>
      <pc:sldChg chg="modSp mod">
        <pc:chgData name="Carlos Miguel Costa Almeida" userId="02567585-0ed9-43fd-b239-35a416a9fa31" providerId="ADAL" clId="{465B25F9-0D5B-4A71-B5E6-936EB5B1B796}" dt="2025-11-23T00:28:03.115" v="493" actId="5793"/>
        <pc:sldMkLst>
          <pc:docMk/>
          <pc:sldMk cId="3250254882" sldId="398"/>
        </pc:sldMkLst>
        <pc:spChg chg="mod">
          <ac:chgData name="Carlos Miguel Costa Almeida" userId="02567585-0ed9-43fd-b239-35a416a9fa31" providerId="ADAL" clId="{465B25F9-0D5B-4A71-B5E6-936EB5B1B796}" dt="2025-11-23T00:25:20.641" v="430" actId="20577"/>
          <ac:spMkLst>
            <pc:docMk/>
            <pc:sldMk cId="3250254882" sldId="398"/>
            <ac:spMk id="3" creationId="{0B46F64C-4411-4F59-B546-FCD8654F7B3C}"/>
          </ac:spMkLst>
        </pc:spChg>
        <pc:spChg chg="mod">
          <ac:chgData name="Carlos Miguel Costa Almeida" userId="02567585-0ed9-43fd-b239-35a416a9fa31" providerId="ADAL" clId="{465B25F9-0D5B-4A71-B5E6-936EB5B1B796}" dt="2025-11-23T00:28:03.115" v="493" actId="5793"/>
          <ac:spMkLst>
            <pc:docMk/>
            <pc:sldMk cId="3250254882" sldId="398"/>
            <ac:spMk id="7" creationId="{73B9FD58-6876-4E87-998E-ACA36985B86E}"/>
          </ac:spMkLst>
        </pc:spChg>
        <pc:spChg chg="mod">
          <ac:chgData name="Carlos Miguel Costa Almeida" userId="02567585-0ed9-43fd-b239-35a416a9fa31" providerId="ADAL" clId="{465B25F9-0D5B-4A71-B5E6-936EB5B1B796}" dt="2025-11-23T00:27:30.017" v="462" actId="20577"/>
          <ac:spMkLst>
            <pc:docMk/>
            <pc:sldMk cId="3250254882" sldId="398"/>
            <ac:spMk id="8" creationId="{39B8E455-F8DD-4DEF-9E49-A26421870FC1}"/>
          </ac:spMkLst>
        </pc:spChg>
      </pc:sldChg>
      <pc:sldChg chg="modSp mod">
        <pc:chgData name="Carlos Miguel Costa Almeida" userId="02567585-0ed9-43fd-b239-35a416a9fa31" providerId="ADAL" clId="{465B25F9-0D5B-4A71-B5E6-936EB5B1B796}" dt="2025-11-23T00:29:27.662" v="612" actId="1076"/>
        <pc:sldMkLst>
          <pc:docMk/>
          <pc:sldMk cId="81955380" sldId="405"/>
        </pc:sldMkLst>
        <pc:spChg chg="mod">
          <ac:chgData name="Carlos Miguel Costa Almeida" userId="02567585-0ed9-43fd-b239-35a416a9fa31" providerId="ADAL" clId="{465B25F9-0D5B-4A71-B5E6-936EB5B1B796}" dt="2025-11-23T00:29:27.662" v="612" actId="1076"/>
          <ac:spMkLst>
            <pc:docMk/>
            <pc:sldMk cId="81955380" sldId="405"/>
            <ac:spMk id="4" creationId="{0E8B82C1-EAAA-9733-C818-9D6EFB516F3F}"/>
          </ac:spMkLst>
        </pc:spChg>
      </pc:sldChg>
      <pc:sldChg chg="modSp mod">
        <pc:chgData name="Carlos Miguel Costa Almeida" userId="02567585-0ed9-43fd-b239-35a416a9fa31" providerId="ADAL" clId="{465B25F9-0D5B-4A71-B5E6-936EB5B1B796}" dt="2025-11-23T00:21:33.291" v="313"/>
        <pc:sldMkLst>
          <pc:docMk/>
          <pc:sldMk cId="1942576471" sldId="406"/>
        </pc:sldMkLst>
        <pc:graphicFrameChg chg="mod">
          <ac:chgData name="Carlos Miguel Costa Almeida" userId="02567585-0ed9-43fd-b239-35a416a9fa31" providerId="ADAL" clId="{465B25F9-0D5B-4A71-B5E6-936EB5B1B796}" dt="2025-11-23T00:21:33.291" v="313"/>
          <ac:graphicFrameMkLst>
            <pc:docMk/>
            <pc:sldMk cId="1942576471" sldId="406"/>
            <ac:graphicFrameMk id="6" creationId="{CC0ADD5B-A00D-489E-9390-B75485840C80}"/>
          </ac:graphicFrameMkLst>
        </pc:graphicFrameChg>
      </pc:sldChg>
      <pc:sldChg chg="mod">
        <pc:chgData name="Carlos Miguel Costa Almeida" userId="02567585-0ed9-43fd-b239-35a416a9fa31" providerId="ADAL" clId="{465B25F9-0D5B-4A71-B5E6-936EB5B1B796}" dt="2025-11-23T00:24:23.385" v="320" actId="27918"/>
        <pc:sldMkLst>
          <pc:docMk/>
          <pc:sldMk cId="806292261" sldId="407"/>
        </pc:sldMkLst>
      </pc:sldChg>
      <pc:sldChg chg="modSp mod">
        <pc:chgData name="Carlos Miguel Costa Almeida" userId="02567585-0ed9-43fd-b239-35a416a9fa31" providerId="ADAL" clId="{465B25F9-0D5B-4A71-B5E6-936EB5B1B796}" dt="2025-11-23T00:07:44.549" v="254" actId="122"/>
        <pc:sldMkLst>
          <pc:docMk/>
          <pc:sldMk cId="244167943" sldId="409"/>
        </pc:sldMkLst>
        <pc:graphicFrameChg chg="modGraphic">
          <ac:chgData name="Carlos Miguel Costa Almeida" userId="02567585-0ed9-43fd-b239-35a416a9fa31" providerId="ADAL" clId="{465B25F9-0D5B-4A71-B5E6-936EB5B1B796}" dt="2025-11-23T00:07:44.549" v="254" actId="122"/>
          <ac:graphicFrameMkLst>
            <pc:docMk/>
            <pc:sldMk cId="244167943" sldId="409"/>
            <ac:graphicFrameMk id="2" creationId="{CE9589D4-96FD-42EC-88BF-AABA0DB75B49}"/>
          </ac:graphicFrameMkLst>
        </pc:graphicFrameChg>
      </pc:sldChg>
      <pc:sldChg chg="modSp mod modCm">
        <pc:chgData name="Carlos Miguel Costa Almeida" userId="02567585-0ed9-43fd-b239-35a416a9fa31" providerId="ADAL" clId="{465B25F9-0D5B-4A71-B5E6-936EB5B1B796}" dt="2025-11-23T00:47:32.921" v="674" actId="207"/>
        <pc:sldMkLst>
          <pc:docMk/>
          <pc:sldMk cId="413634187" sldId="410"/>
        </pc:sldMkLst>
        <pc:spChg chg="mod">
          <ac:chgData name="Carlos Miguel Costa Almeida" userId="02567585-0ed9-43fd-b239-35a416a9fa31" providerId="ADAL" clId="{465B25F9-0D5B-4A71-B5E6-936EB5B1B796}" dt="2025-11-23T00:47:32.921" v="674" actId="207"/>
          <ac:spMkLst>
            <pc:docMk/>
            <pc:sldMk cId="413634187" sldId="410"/>
            <ac:spMk id="2" creationId="{7856DF50-9E5E-4610-FEB2-C4A38022FCF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rlos Miguel Costa Almeida" userId="02567585-0ed9-43fd-b239-35a416a9fa31" providerId="ADAL" clId="{465B25F9-0D5B-4A71-B5E6-936EB5B1B796}" dt="2025-11-23T00:47:22.331" v="671" actId="20577"/>
              <pc2:cmMkLst xmlns:pc2="http://schemas.microsoft.com/office/powerpoint/2019/9/main/command">
                <pc:docMk/>
                <pc:sldMk cId="413634187" sldId="410"/>
                <pc2:cmMk id="{04799842-737E-4B2F-88FC-09EA045D1B06}"/>
              </pc2:cmMkLst>
            </pc226:cmChg>
          </p:ext>
        </pc:extLst>
      </pc:sldChg>
      <pc:sldChg chg="addSp delSp modSp mod">
        <pc:chgData name="Carlos Miguel Costa Almeida" userId="02567585-0ed9-43fd-b239-35a416a9fa31" providerId="ADAL" clId="{465B25F9-0D5B-4A71-B5E6-936EB5B1B796}" dt="2025-11-22T23:58:22.221" v="155" actId="20577"/>
        <pc:sldMkLst>
          <pc:docMk/>
          <pc:sldMk cId="1272851376" sldId="411"/>
        </pc:sldMkLst>
        <pc:spChg chg="mod">
          <ac:chgData name="Carlos Miguel Costa Almeida" userId="02567585-0ed9-43fd-b239-35a416a9fa31" providerId="ADAL" clId="{465B25F9-0D5B-4A71-B5E6-936EB5B1B796}" dt="2025-11-22T23:55:44.312" v="118" actId="1076"/>
          <ac:spMkLst>
            <pc:docMk/>
            <pc:sldMk cId="1272851376" sldId="411"/>
            <ac:spMk id="5" creationId="{94485DCF-CD7D-9487-0175-274A08E056DE}"/>
          </ac:spMkLst>
        </pc:spChg>
        <pc:spChg chg="add del">
          <ac:chgData name="Carlos Miguel Costa Almeida" userId="02567585-0ed9-43fd-b239-35a416a9fa31" providerId="ADAL" clId="{465B25F9-0D5B-4A71-B5E6-936EB5B1B796}" dt="2025-11-22T23:53:55.476" v="49" actId="22"/>
          <ac:spMkLst>
            <pc:docMk/>
            <pc:sldMk cId="1272851376" sldId="411"/>
            <ac:spMk id="6" creationId="{5E5C6830-BE3D-2BCC-0DE6-7C5AB3CABF3B}"/>
          </ac:spMkLst>
        </pc:spChg>
        <pc:graphicFrameChg chg="mod modGraphic">
          <ac:chgData name="Carlos Miguel Costa Almeida" userId="02567585-0ed9-43fd-b239-35a416a9fa31" providerId="ADAL" clId="{465B25F9-0D5B-4A71-B5E6-936EB5B1B796}" dt="2025-11-22T23:58:22.221" v="155" actId="20577"/>
          <ac:graphicFrameMkLst>
            <pc:docMk/>
            <pc:sldMk cId="1272851376" sldId="411"/>
            <ac:graphicFrameMk id="3" creationId="{9A760796-9F6B-C0FD-165B-0762CD07EBDE}"/>
          </ac:graphicFrameMkLst>
        </pc:graphicFrameChg>
      </pc:sldChg>
      <pc:sldChg chg="modSp mod">
        <pc:chgData name="Carlos Miguel Costa Almeida" userId="02567585-0ed9-43fd-b239-35a416a9fa31" providerId="ADAL" clId="{465B25F9-0D5B-4A71-B5E6-936EB5B1B796}" dt="2025-11-23T00:29:17.298" v="611" actId="33524"/>
        <pc:sldMkLst>
          <pc:docMk/>
          <pc:sldMk cId="3789479183" sldId="413"/>
        </pc:sldMkLst>
        <pc:spChg chg="mod">
          <ac:chgData name="Carlos Miguel Costa Almeida" userId="02567585-0ed9-43fd-b239-35a416a9fa31" providerId="ADAL" clId="{465B25F9-0D5B-4A71-B5E6-936EB5B1B796}" dt="2025-11-23T00:29:17.298" v="611" actId="33524"/>
          <ac:spMkLst>
            <pc:docMk/>
            <pc:sldMk cId="3789479183" sldId="413"/>
            <ac:spMk id="3" creationId="{96416E1C-4950-D71D-123A-F724531983D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96_73C95D57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97_300F0B2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sz="1862" b="0" i="0" u="none" strike="noStrike" kern="1200" spc="0" baseline="0" err="1">
                <a:solidFill>
                  <a:prstClr val="black">
                    <a:lumMod val="65000"/>
                    <a:lumOff val="35000"/>
                  </a:prstClr>
                </a:solidFill>
              </a:rPr>
              <a:t>Number</a:t>
            </a:r>
            <a:r>
              <a:rPr lang="pt-PT"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</a:rPr>
              <a:t> of </a:t>
            </a:r>
            <a:r>
              <a:rPr lang="pt-PT" sz="1862" b="0" i="0" u="none" strike="noStrike" kern="1200" spc="0" baseline="0" err="1">
                <a:solidFill>
                  <a:prstClr val="black">
                    <a:lumMod val="65000"/>
                    <a:lumOff val="35000"/>
                  </a:prstClr>
                </a:solidFill>
              </a:rPr>
              <a:t>tasks</a:t>
            </a:r>
            <a:r>
              <a:rPr lang="pt-PT"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</a:rPr>
              <a:t> / </a:t>
            </a:r>
            <a:r>
              <a:rPr lang="pt-PT" sz="1862" b="0" i="0" u="none" strike="noStrike" kern="1200" spc="0" baseline="0" err="1">
                <a:solidFill>
                  <a:prstClr val="black">
                    <a:lumMod val="65000"/>
                    <a:lumOff val="35000"/>
                  </a:prstClr>
                </a:solidFill>
              </a:rPr>
              <a:t>Hours</a:t>
            </a:r>
            <a:endParaRPr lang="pt-PT"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chemeClr val="accent6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Bruno Silva</c:v>
                </c:pt>
                <c:pt idx="1">
                  <c:v>Carlos Almeida</c:v>
                </c:pt>
                <c:pt idx="2">
                  <c:v>Miguel Pinto</c:v>
                </c:pt>
                <c:pt idx="3">
                  <c:v>João Pereira</c:v>
                </c:pt>
                <c:pt idx="4">
                  <c:v>Francisca Paulos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43.5</c:v>
                </c:pt>
                <c:pt idx="1">
                  <c:v>43.25</c:v>
                </c:pt>
                <c:pt idx="2">
                  <c:v>32</c:v>
                </c:pt>
                <c:pt idx="3">
                  <c:v>41.5</c:v>
                </c:pt>
                <c:pt idx="4">
                  <c:v>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ser>
          <c:idx val="1"/>
          <c:order val="1"/>
          <c:tx>
            <c:strRef>
              <c:f>Folha1!$C$1</c:f>
              <c:strCache>
                <c:ptCount val="1"/>
                <c:pt idx="0">
                  <c:v>Tarefas</c:v>
                </c:pt>
              </c:strCache>
            </c:strRef>
          </c:tx>
          <c:spPr>
            <a:solidFill>
              <a:schemeClr val="accent6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Bruno Silva</c:v>
                </c:pt>
                <c:pt idx="1">
                  <c:v>Carlos Almeida</c:v>
                </c:pt>
                <c:pt idx="2">
                  <c:v>Miguel Pinto</c:v>
                </c:pt>
                <c:pt idx="3">
                  <c:v>João Pereira</c:v>
                </c:pt>
                <c:pt idx="4">
                  <c:v>Francisca Paulos</c:v>
                </c:pt>
              </c:strCache>
            </c:strRef>
          </c:cat>
          <c:val>
            <c:numRef>
              <c:f>Folha1!$C$2:$C$6</c:f>
              <c:numCache>
                <c:formatCode>General</c:formatCode>
                <c:ptCount val="5"/>
                <c:pt idx="0">
                  <c:v>16</c:v>
                </c:pt>
                <c:pt idx="1">
                  <c:v>14</c:v>
                </c:pt>
                <c:pt idx="2">
                  <c:v>14</c:v>
                </c:pt>
                <c:pt idx="3">
                  <c:v>17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DA-4563-A827-3ABED86B0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err="1"/>
              <a:t>Epic</a:t>
            </a:r>
            <a:r>
              <a:rPr lang="pt-PT"/>
              <a:t> </a:t>
            </a:r>
            <a:r>
              <a:rPr lang="pt-PT" err="1"/>
              <a:t>or</a:t>
            </a:r>
            <a:r>
              <a:rPr lang="pt-PT"/>
              <a:t> </a:t>
            </a:r>
            <a:r>
              <a:rPr lang="pt-PT" err="1"/>
              <a:t>Component</a:t>
            </a:r>
            <a:r>
              <a:rPr lang="pt-PT"/>
              <a:t> </a:t>
            </a:r>
            <a:r>
              <a:rPr lang="pt-PT" err="1"/>
              <a:t>or</a:t>
            </a:r>
            <a:r>
              <a:rPr lang="pt-PT"/>
              <a:t> 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cat>
            <c:strRef>
              <c:f>Folha1!$A$2:$A$5</c:f>
              <c:strCache>
                <c:ptCount val="4"/>
                <c:pt idx="0">
                  <c:v>ESINF</c:v>
                </c:pt>
                <c:pt idx="1">
                  <c:v>ARQCP</c:v>
                </c:pt>
                <c:pt idx="2">
                  <c:v>BDADD</c:v>
                </c:pt>
                <c:pt idx="3">
                  <c:v>LAPR3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4</c:v>
                </c:pt>
                <c:pt idx="1">
                  <c:v>9</c:v>
                </c:pt>
                <c:pt idx="2">
                  <c:v>4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8E_C1BAF4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07405B-E940-4B98-95CF-CA4CDB891EB4}" authorId="{6C1A558A-D303-65E2-8988-E9D20194D4E8}" created="2025-11-18T14:25:17.707">
    <pc:sldMkLst xmlns:pc="http://schemas.microsoft.com/office/powerpoint/2013/main/command">
      <pc:docMk/>
      <pc:sldMk cId="3250254882" sldId="398"/>
    </pc:sldMkLst>
    <p188:txBody>
      <a:bodyPr/>
      <a:lstStyle/>
      <a:p>
        <a:r>
          <a:rPr lang="en-GB"/>
          <a:t>Team perspective.</a:t>
        </a:r>
      </a:p>
    </p188:txBody>
  </p188:cm>
</p188:cmLst>
</file>

<file path=ppt/comments/modernComment_19A_18A78E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F11B5E-A96B-481B-8CB0-A7B8AF14F672}" authorId="{6C1A558A-D303-65E2-8988-E9D20194D4E8}" created="2024-10-22T15:32:15.800">
    <pc:sldMkLst xmlns:pc="http://schemas.microsoft.com/office/powerpoint/2013/main/command">
      <pc:docMk/>
      <pc:sldMk cId="413634187" sldId="410"/>
    </pc:sldMkLst>
    <p188:txBody>
      <a:bodyPr/>
      <a:lstStyle/>
      <a:p>
        <a:r>
          <a:rPr lang="en-GB"/>
          <a:t>To analyse the information registered on the board, from issues to daily meetings, and each team member's performance, and compare it with your own perspective.</a:t>
        </a:r>
      </a:p>
    </p188:txBody>
  </p188:cm>
  <p188:cm id="{04799842-737E-4B2F-88FC-09EA045D1B06}" authorId="{6C1A558A-D303-65E2-8988-E9D20194D4E8}" created="2025-11-18T14:11:19.1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634187" sldId="410"/>
      <ac:spMk id="2" creationId="{7856DF50-9E5E-4610-FEB2-C4A38022FCFD}"/>
      <ac:txMk cp="0" len="44">
        <ac:context len="223" hash="579508128"/>
      </ac:txMk>
    </ac:txMkLst>
    <p188:pos x="4527646" y="300009"/>
    <p188:replyLst>
      <p188:reply id="{7C358038-2EFE-4FD9-AACE-A16B19CFCAEA}" authorId="{6C1A558A-D303-65E2-8988-E9D20194D4E8}" created="2025-11-18T14:13:29.820">
        <p188:txBody>
          <a:bodyPr/>
          <a:lstStyle/>
          <a:p>
            <a:r>
              <a:rPr lang="en-GB"/>
              <a:t>Include the source file(s) for all the prompts as an attachment or write down the prompt you used.</a:t>
            </a:r>
          </a:p>
        </p188:txBody>
      </p188:reply>
    </p188:replyLst>
    <p188:txBody>
      <a:bodyPr/>
      <a:lstStyle/>
      <a:p>
        <a:r>
          <a:rPr lang="en-GB"/>
          <a:t>Ask LLM to analyse the daily meetings, and to write a summary evaluating each team member, and for the overall group performance.</a:t>
        </a:r>
      </a:p>
    </p188:txBody>
  </p188:cm>
</p188:cmLst>
</file>

<file path=ppt/comments/modernComment_19B_4BDE2B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70780B-DB84-4A97-8599-8F8407629B8F}" authorId="{6C1A558A-D303-65E2-8988-E9D20194D4E8}" created="2024-10-22T15:31:18.767">
    <pc:sldMkLst xmlns:pc="http://schemas.microsoft.com/office/powerpoint/2013/main/command">
      <pc:docMk/>
      <pc:sldMk cId="1272851376" sldId="411"/>
    </pc:sldMkLst>
    <p188:txBody>
      <a:bodyPr/>
      <a:lstStyle/>
      <a:p>
        <a:r>
          <a:rPr lang="en-GB"/>
          <a:t>Register the dates of each daily and the attendees</a:t>
        </a:r>
      </a:p>
    </p188:txBody>
  </p188:cm>
</p188:cmLst>
</file>

<file path=ppt/comments/modernComment_19C_3254AC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E0F32F-B25D-47AC-9887-88A5AA729FD1}" authorId="{6C1A558A-D303-65E2-8988-E9D20194D4E8}" created="2025-11-18T14:15:36.1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4410042" sldId="412"/>
      <ac:spMk id="3" creationId="{41914A20-7452-6770-365F-62A72A9E05A5}"/>
      <ac:txMk cp="0" len="12">
        <ac:context len="581" hash="3120764387"/>
      </ac:txMk>
    </ac:txMkLst>
    <p188:pos x="1326877" y="294628"/>
    <p188:txBody>
      <a:bodyPr/>
      <a:lstStyle/>
      <a:p>
        <a:r>
          <a:rPr lang="en-GB"/>
          <a:t>Include the complete file generated by the A.I. attached to the Report.</a:t>
        </a:r>
      </a:p>
    </p188:txBody>
  </p188:cm>
  <p188:cm id="{15F74BEC-7A85-4342-BC2E-63549E73A1F1}" authorId="{6C1A558A-D303-65E2-8988-E9D20194D4E8}" created="2025-11-18T14:16:43.1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4410042" sldId="412"/>
      <ac:spMk id="3" creationId="{41914A20-7452-6770-365F-62A72A9E05A5}"/>
      <ac:txMk cp="110" len="6">
        <ac:context len="581" hash="3120764387"/>
      </ac:txMk>
    </ac:txMkLst>
    <p188:pos x="878469" y="1209028"/>
    <p188:txBody>
      <a:bodyPr/>
      <a:lstStyle/>
      <a:p>
        <a:r>
          <a:rPr lang="en-GB"/>
          <a:t>Considering the A.I. output, write one or two sentences for each team member.</a:t>
        </a:r>
      </a:p>
    </p188:txBody>
  </p188:cm>
</p188:cmLst>
</file>

<file path=ppt/comments/modernComment_19D_E1DEDD0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A5048C-38B4-4DBB-A2CD-9FD4AECDF942}" authorId="{6C1A558A-D303-65E2-8988-E9D20194D4E8}" created="2025-11-18T14:27:50.665">
    <pc:sldMkLst xmlns:pc="http://schemas.microsoft.com/office/powerpoint/2013/main/command">
      <pc:docMk/>
      <pc:sldMk cId="3789479183" sldId="413"/>
    </pc:sldMkLst>
    <p188:txBody>
      <a:bodyPr/>
      <a:lstStyle/>
      <a:p>
        <a:r>
          <a:rPr lang="en-GB"/>
          <a:t>Team decisions regarding management-and-performance-related actions to implement in the following sprint - what the team decides to do to improve the work and performance.</a:t>
        </a:r>
      </a:p>
    </p188:txBody>
  </p188:cm>
</p188:cmLst>
</file>

<file path=ppt/comments/modernComment_19E_492D5C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EFBD6F-9E35-4A08-A4A7-AC9DA9DBE287}" authorId="{6C1A558A-D303-65E2-8988-E9D20194D4E8}" created="2025-11-18T14:20:38.0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27709559" sldId="414"/>
      <ac:spMk id="3" creationId="{26E8AA96-E4FE-2D1F-50B5-1C90B137D285}"/>
      <ac:txMk cp="0" len="43">
        <ac:context len="596" hash="2575273395"/>
      </ac:txMk>
    </ac:txMkLst>
    <p188:pos x="5151531" y="294628"/>
    <p188:replyLst>
      <p188:reply id="{84D0B6DB-D87B-4307-83DB-AA9FFBDC45C5}" authorId="{6C1A558A-D303-65E2-8988-E9D20194D4E8}" created="2025-11-18T14:20:56.202">
        <p188:txBody>
          <a:bodyPr/>
          <a:lstStyle/>
          <a:p>
            <a:r>
              <a:rPr lang="en-GB"/>
              <a:t>Be honest, straightforward, clear.</a:t>
            </a:r>
          </a:p>
        </p188:txBody>
      </p188:reply>
    </p188:replyLst>
    <p188:txBody>
      <a:bodyPr/>
      <a:lstStyle/>
      <a:p>
        <a:r>
          <a:rPr lang="en-GB"/>
          <a:t>Comment(s) from the team about the LLM assessment.</a:t>
        </a:r>
      </a:p>
    </p188:txBody>
  </p188:cm>
  <p188:cm id="{A05D0E2E-F0A3-468E-9252-5D486B8205B7}" authorId="{6C1A558A-D303-65E2-8988-E9D20194D4E8}" created="2025-11-18T14:24:44.2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27709559" sldId="414"/>
      <ac:spMk id="3" creationId="{26E8AA96-E4FE-2D1F-50B5-1C90B137D285}"/>
    </ac:deMkLst>
    <p188:txBody>
      <a:bodyPr/>
      <a:lstStyle/>
      <a:p>
        <a:r>
          <a:rPr lang="en-GB"/>
          <a:t>Ask the LLM to suggest ways to improve team performance.
Register the input.</a:t>
        </a:r>
      </a:p>
    </p188:txBody>
  </p188:cm>
</p188:cmLst>
</file>

<file path=ppt/comments/modernComment_12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05288D-53D7-4485-9EC0-C6B72816DB2A}" authorId="{6C1A558A-D303-65E2-8988-E9D20194D4E8}" created="2024-10-22T15:29:55.765">
    <pc:sldMkLst xmlns:pc="http://schemas.microsoft.com/office/powerpoint/2013/main/command">
      <pc:docMk/>
      <pc:sldMk cId="0" sldId="295"/>
    </pc:sldMkLst>
    <p188:txBody>
      <a:bodyPr/>
      <a:lstStyle/>
      <a:p>
        <a:r>
          <a:rPr lang="en-US"/>
          <a:t>Team and SPrint identification</a:t>
        </a:r>
      </a:p>
    </p188:txBody>
  </p188:cm>
</p188:cmLst>
</file>

<file path=ppt/comments/modernComment_194_F8C0A9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49A45F-1BB2-4EE9-9AC3-E3FE75BDA40D}" authorId="{6C1A558A-D303-65E2-8988-E9D20194D4E8}" created="2024-10-22T15:29:00.575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Duplicate this slide as many times as you need. This information must be taken from the Project Board and correspond to the  real number of assigned US.</a:t>
        </a:r>
      </a:p>
    </p188:txBody>
  </p188:cm>
</p188:cmLst>
</file>

<file path=ppt/comments/modernComment_195_4E28A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3E0C3C-4021-4A5B-BC00-32E823C80B52}" authorId="{6C1A558A-D303-65E2-8988-E9D20194D4E8}" created="2025-11-18T14:37:56.8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955380" sldId="405"/>
      <ac:spMk id="2" creationId="{EEE97808-B786-5C10-6A83-416F88B5C6D2}"/>
      <ac:txMk cp="0" len="15">
        <ac:context len="66" hash="541406971"/>
      </ac:txMk>
    </ac:txMkLst>
    <p188:pos x="1990524" y="665277"/>
    <p188:txBody>
      <a:bodyPr/>
      <a:lstStyle/>
      <a:p>
        <a:r>
          <a:rPr lang="en-GB"/>
          <a:t>Ask the LLM to evaluate the team performance, considering a value from 0 to 5, using intermediate values (e.g., 4.3), and to write a sentence commenting on the evaluation.</a:t>
        </a:r>
      </a:p>
    </p188:txBody>
  </p188:cm>
  <p188:cm id="{F17D478A-07EA-497A-B66D-2884170B6418}" authorId="{6C1A558A-D303-65E2-8988-E9D20194D4E8}" created="2025-11-18T14:40:06.2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955380" sldId="405"/>
      <ac:spMk id="2" creationId="{EEE97808-B786-5C10-6A83-416F88B5C6D2}"/>
      <ac:txMk cp="29" len="10">
        <ac:context len="66" hash="541406971"/>
      </ac:txMk>
    </ac:txMkLst>
    <p188:pos x="1968900" y="1362958"/>
    <p188:txBody>
      <a:bodyPr/>
      <a:lstStyle/>
      <a:p>
        <a:r>
          <a:rPr lang="en-GB"/>
          <a:t>Include your team evaluation average. Use the team and self-assessment file information for this item.</a:t>
        </a:r>
      </a:p>
    </p188:txBody>
  </p188:cm>
</p188:cmLst>
</file>

<file path=ppt/comments/modernComment_196_73C95D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B10A50-E342-46B1-8A21-69A1F6A00AA6}" authorId="{6C1A558A-D303-65E2-8988-E9D20194D4E8}" created="2024-10-22T15:28:37.653">
    <pc:sldMkLst xmlns:pc="http://schemas.microsoft.com/office/powerpoint/2013/main/command">
      <pc:docMk/>
      <pc:sldMk cId="1942576471" sldId="406"/>
    </pc:sldMkLst>
    <p188:txBody>
      <a:bodyPr/>
      <a:lstStyle/>
      <a:p>
        <a:r>
          <a:rPr lang="en-GB"/>
          <a:t>Este gráfico é apenas um exemplo. 
Devem retirar a informação a partir do menu "insights" no vosso repositório.
Formatem um tipo de gráfico que permita expor o número de tarefas atribuídas e executadas por cada elemento da equipa. Podem incluir todos os elementos, mesmo os que não estão em LAPR3.</a:t>
        </a:r>
      </a:p>
    </p188:txBody>
  </p188:cm>
</p188:cmLst>
</file>

<file path=ppt/comments/modernComment_197_300F0B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DB55F9-AD37-4F54-B79F-128CDD8B7F4B}" authorId="{6C1A558A-D303-65E2-8988-E9D20194D4E8}" created="2024-10-22T15:30:53.219">
    <pc:sldMkLst xmlns:pc="http://schemas.microsoft.com/office/powerpoint/2013/main/command">
      <pc:docMk/>
      <pc:sldMk cId="806292261" sldId="407"/>
    </pc:sldMkLst>
    <p188:txBody>
      <a:bodyPr/>
      <a:lstStyle/>
      <a:p>
        <a:r>
          <a:rPr lang="en-US"/>
          <a:t>May be created using the data from the board - workoad in each component from each team member.</a:t>
        </a:r>
      </a:p>
    </p188:txBody>
  </p188:cm>
</p188:cmLst>
</file>

<file path=ppt/comments/modernComment_199_E8DB5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E5A7E4-8301-4D04-B856-08C35D122170}" authorId="{6C1A558A-D303-65E2-8988-E9D20194D4E8}" created="2024-10-22T15:29:25.154">
    <pc:sldMkLst xmlns:pc="http://schemas.microsoft.com/office/powerpoint/2013/main/command">
      <pc:docMk/>
      <pc:sldMk cId="244167943" sldId="409"/>
    </pc:sldMkLst>
    <p188:txBody>
      <a:bodyPr/>
      <a:lstStyle/>
      <a:p>
        <a:r>
          <a:rPr lang="en-US"/>
          <a:t>According to the information in the board/repository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11/22/2025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err="1"/>
              <a:t>Add</a:t>
            </a:r>
            <a:r>
              <a:rPr lang="pt-PT"/>
              <a:t> </a:t>
            </a:r>
            <a:r>
              <a:rPr lang="pt-PT" err="1"/>
              <a:t>any</a:t>
            </a:r>
            <a:r>
              <a:rPr lang="pt-PT"/>
              <a:t> slide </a:t>
            </a:r>
            <a:r>
              <a:rPr lang="pt-PT" err="1"/>
              <a:t>you</a:t>
            </a:r>
            <a:r>
              <a:rPr lang="pt-PT"/>
              <a:t> </a:t>
            </a:r>
            <a:r>
              <a:rPr lang="pt-PT" err="1"/>
              <a:t>consider</a:t>
            </a:r>
            <a:r>
              <a:rPr lang="pt-PT"/>
              <a:t> </a:t>
            </a:r>
            <a:r>
              <a:rPr lang="pt-PT" err="1"/>
              <a:t>relevant</a:t>
            </a:r>
            <a:r>
              <a:rPr lang="pt-PT"/>
              <a:t>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7193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10604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531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89838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99193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825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61556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87231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15985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20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22/11/2025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151704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22/11/2025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9420808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64868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22/11/2025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22/11/2025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4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2" r:id="rId14"/>
    <p:sldLayoutId id="2147483655" r:id="rId15"/>
    <p:sldLayoutId id="2147483661" r:id="rId1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microsoft.com/office/2018/10/relationships/comments" Target="../comments/modernComment_127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9_E8DB507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4_F8C0A91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96_73C95D57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microsoft.com/office/2018/10/relationships/comments" Target="../comments/modernComment_197_300F0B2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B_4BDE2BB0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A_18A78E8B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C_3254ACBA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E_492D5C7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8E_C1BAF42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D_E1DEDD0F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5_4E28A3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2" y="2326395"/>
            <a:ext cx="8505945" cy="571503"/>
          </a:xfrm>
        </p:spPr>
        <p:txBody>
          <a:bodyPr/>
          <a:lstStyle/>
          <a:p>
            <a:pPr algn="ctr"/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Logistic On Rails - </a:t>
            </a:r>
            <a:r>
              <a:rPr lang="en-US" sz="3200" b="1" kern="1200">
                <a:solidFill>
                  <a:schemeClr val="tx1"/>
                </a:solidFill>
              </a:rPr>
              <a:t>SPRINT 2</a:t>
            </a:r>
            <a:b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3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G075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DB1D8FD1-20D5-4B6F-506E-F430DA26CEBA}"/>
              </a:ext>
            </a:extLst>
          </p:cNvPr>
          <p:cNvSpPr txBox="1">
            <a:spLocks/>
          </p:cNvSpPr>
          <p:nvPr/>
        </p:nvSpPr>
        <p:spPr>
          <a:xfrm>
            <a:off x="857221" y="1536660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/>
            <a:r>
              <a:rPr lang="en-US" sz="3200" ker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LAPR3 2025/2026</a:t>
            </a:r>
            <a:endParaRPr lang="en-US" sz="3200" kern="0">
              <a:solidFill>
                <a:schemeClr val="tx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7A502EE-944E-4A2F-52C8-1234A7F95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078805"/>
              </p:ext>
            </p:extLst>
          </p:nvPr>
        </p:nvGraphicFramePr>
        <p:xfrm>
          <a:off x="339645" y="3944771"/>
          <a:ext cx="9228475" cy="19802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45695">
                  <a:extLst>
                    <a:ext uri="{9D8B030D-6E8A-4147-A177-3AD203B41FA5}">
                      <a16:colId xmlns:a16="http://schemas.microsoft.com/office/drawing/2014/main" val="1786404924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388003712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217887647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2465101990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1554615450"/>
                    </a:ext>
                  </a:extLst>
                </a:gridCol>
              </a:tblGrid>
              <a:tr h="652897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Carlos Almeida</a:t>
                      </a:r>
                    </a:p>
                    <a:p>
                      <a:pPr algn="ctr"/>
                      <a:r>
                        <a:rPr lang="pt-PT"/>
                        <a:t>(1221515)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Bruno Silva</a:t>
                      </a:r>
                    </a:p>
                    <a:p>
                      <a:pPr algn="ctr"/>
                      <a:r>
                        <a:rPr lang="pt-PT"/>
                        <a:t>(1221514)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Miguel Pinto</a:t>
                      </a:r>
                    </a:p>
                    <a:p>
                      <a:pPr algn="ctr"/>
                      <a:r>
                        <a:rPr lang="pt-PT"/>
                        <a:t>(1221526)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João Pereira</a:t>
                      </a:r>
                    </a:p>
                    <a:p>
                      <a:pPr algn="ctr"/>
                      <a:r>
                        <a:rPr lang="pt-PT"/>
                        <a:t>(1230677)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Francisca Paulos</a:t>
                      </a:r>
                    </a:p>
                    <a:p>
                      <a:pPr algn="ctr"/>
                      <a:r>
                        <a:rPr lang="pt-PT"/>
                        <a:t>(1230993)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333584"/>
                  </a:ext>
                </a:extLst>
              </a:tr>
              <a:tr h="1327323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  <a:p>
                      <a:pPr algn="ctr"/>
                      <a:endParaRPr lang="pt-PT"/>
                    </a:p>
                    <a:p>
                      <a:pPr algn="ctr"/>
                      <a:r>
                        <a:rPr lang="pt-PT"/>
                        <a:t>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  <a:p>
                      <a:endParaRPr lang="pt-PT"/>
                    </a:p>
                    <a:p>
                      <a:pPr algn="ctr"/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273831"/>
                  </a:ext>
                </a:extLst>
              </a:tr>
            </a:tbl>
          </a:graphicData>
        </a:graphic>
      </p:graphicFrame>
      <p:pic>
        <p:nvPicPr>
          <p:cNvPr id="6" name="Picture 5" descr="A person with glasses and mustache&#10;&#10;AI-generated content may be incorrect.">
            <a:extLst>
              <a:ext uri="{FF2B5EF4-FFF2-40B4-BE49-F238E27FC236}">
                <a16:creationId xmlns:a16="http://schemas.microsoft.com/office/drawing/2014/main" id="{C16BC5EB-C89F-AB0C-4CE4-AC6B6D4BD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071" y="4620266"/>
            <a:ext cx="1483213" cy="1304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C11CDA-CA86-0CCD-5D2D-A0B902653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109" y="4620265"/>
            <a:ext cx="1422364" cy="13047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B549BF-BB53-4C77-A372-2C918B114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0265" y="4598761"/>
            <a:ext cx="1596686" cy="13318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45E4F2-A76F-A10A-E3B2-D47CEA13F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842" y="4598762"/>
            <a:ext cx="1299259" cy="1327875"/>
          </a:xfrm>
          <a:prstGeom prst="rect">
            <a:avLst/>
          </a:prstGeom>
        </p:spPr>
      </p:pic>
      <p:pic>
        <p:nvPicPr>
          <p:cNvPr id="7" name="Imagem 6" descr="Uma imagem com ar livre, pessoa, céu, homem&#10;&#10;Os conteúdos gerados por IA podem estar incorretos.">
            <a:extLst>
              <a:ext uri="{FF2B5EF4-FFF2-40B4-BE49-F238E27FC236}">
                <a16:creationId xmlns:a16="http://schemas.microsoft.com/office/drawing/2014/main" id="{F8DCBBDA-0CD8-AA94-57EC-3F17F91853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70" r="12356"/>
          <a:stretch>
            <a:fillRect/>
          </a:stretch>
        </p:blipFill>
        <p:spPr>
          <a:xfrm>
            <a:off x="552898" y="4626436"/>
            <a:ext cx="1400319" cy="128736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 – Sprint 2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025174"/>
              </p:ext>
            </p:extLst>
          </p:nvPr>
        </p:nvGraphicFramePr>
        <p:xfrm>
          <a:off x="947555" y="3023955"/>
          <a:ext cx="7830870" cy="274319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154797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676073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Number of stories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Management Tasks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/>
                        <a:t>Planned: 5              Actual: 5 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Total planned </a:t>
                      </a:r>
                      <a:r>
                        <a:rPr lang="en-US" b="1" noProof="0"/>
                        <a:t>estimation</a:t>
                      </a:r>
                      <a:r>
                        <a:rPr lang="en-US" noProof="0"/>
                        <a:t>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noProof="0"/>
                        <a:t>Planned hours: </a:t>
                      </a:r>
                      <a:r>
                        <a:rPr lang="en-US" b="1" noProof="0"/>
                        <a:t>186,5</a:t>
                      </a:r>
                      <a:endParaRPr lang="en-US" noProof="0"/>
                    </a:p>
                    <a:p>
                      <a:pPr marL="0" lvl="0" indent="0" algn="ctr">
                        <a:buNone/>
                      </a:pPr>
                      <a:r>
                        <a:rPr lang="en-US" noProof="0"/>
                        <a:t>Executed hours: </a:t>
                      </a:r>
                      <a:r>
                        <a:rPr lang="en-US" b="1" noProof="0"/>
                        <a:t>150,5</a:t>
                      </a:r>
                      <a:endParaRPr lang="en-US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Planned Start Date: 27/10/2025                           Real Start Date: 30/10/2025  </a:t>
            </a:r>
          </a:p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Planned End Date: 23/11/2025                             Real End Date: 22/11/2025</a:t>
            </a:r>
          </a:p>
          <a:p>
            <a:pPr marL="0" indent="0">
              <a:buFont typeface="Arial" pitchFamily="34" charset="0"/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3030"/>
              </p:ext>
            </p:extLst>
          </p:nvPr>
        </p:nvGraphicFramePr>
        <p:xfrm>
          <a:off x="414000" y="1673805"/>
          <a:ext cx="9008401" cy="459230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686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Assigned User Stories </a:t>
                      </a:r>
                      <a:r>
                        <a:rPr lang="en-US" sz="1200" noProof="0"/>
                        <a:t>(as stated in the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err="1"/>
                        <a:t>Commited</a:t>
                      </a:r>
                      <a:r>
                        <a:rPr lang="en-US" noProof="0"/>
                        <a:t>?</a:t>
                      </a:r>
                    </a:p>
                    <a:p>
                      <a:pPr algn="ctr"/>
                      <a:r>
                        <a:rPr lang="en-US" sz="1200" noProof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USLP05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USLP06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USLP07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USAC02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USAC07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12D6D-F5F5-75BA-3CBF-815DA594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5205739-7B5F-0515-40A6-ABE8D1B0D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D8C057AD-DB06-BD00-6394-C996E5E0B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84370"/>
              </p:ext>
            </p:extLst>
          </p:nvPr>
        </p:nvGraphicFramePr>
        <p:xfrm>
          <a:off x="414000" y="1673805"/>
          <a:ext cx="9008401" cy="422146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686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Assigned User Stories </a:t>
                      </a:r>
                      <a:r>
                        <a:rPr lang="en-US" sz="1200" noProof="0"/>
                        <a:t>(as stated in the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err="1"/>
                        <a:t>Commited</a:t>
                      </a:r>
                      <a:r>
                        <a:rPr lang="en-US" noProof="0"/>
                        <a:t>?</a:t>
                      </a:r>
                    </a:p>
                    <a:p>
                      <a:pPr algn="ctr"/>
                      <a:r>
                        <a:rPr lang="en-US" sz="1200" noProof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USAC08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USAC09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USEI06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USEI07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USEI08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USBD21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USBD22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USBD28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USBD30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902352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err="1">
                <a:solidFill>
                  <a:schemeClr val="tx1"/>
                </a:solidFill>
              </a:rPr>
              <a:t>Work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assigned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by</a:t>
            </a:r>
            <a:r>
              <a:rPr lang="pt-PT" sz="3200" cap="none">
                <a:solidFill>
                  <a:schemeClr val="tx1"/>
                </a:solidFill>
              </a:rPr>
              <a:t> team </a:t>
            </a:r>
            <a:r>
              <a:rPr lang="pt-PT" sz="3200" cap="none" err="1">
                <a:solidFill>
                  <a:schemeClr val="tx1"/>
                </a:solidFill>
              </a:rPr>
              <a:t>member</a:t>
            </a:r>
            <a:endParaRPr lang="pt-PT" sz="3200" cap="none">
              <a:solidFill>
                <a:schemeClr val="tx1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6913669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Work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assigned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by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type</a:t>
            </a:r>
            <a:r>
              <a:rPr lang="pt-PT" sz="3200" cap="none">
                <a:solidFill>
                  <a:schemeClr val="tx1"/>
                </a:solidFill>
              </a:rPr>
              <a:t> (</a:t>
            </a:r>
            <a:r>
              <a:rPr lang="pt-PT" sz="3200" cap="none" err="1">
                <a:solidFill>
                  <a:schemeClr val="tx1"/>
                </a:solidFill>
              </a:rPr>
              <a:t>component</a:t>
            </a:r>
            <a:r>
              <a:rPr lang="pt-PT" sz="3200" cap="none">
                <a:solidFill>
                  <a:schemeClr val="tx1"/>
                </a:solidFill>
              </a:rPr>
              <a:t>)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1414697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Issues / Assumptions / unanswered questions</a:t>
            </a:r>
            <a:endParaRPr lang="en-US" sz="3200" cap="none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765780B-B941-BB03-F491-AFEFC482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45077"/>
              </p:ext>
            </p:extLst>
          </p:nvPr>
        </p:nvGraphicFramePr>
        <p:xfrm>
          <a:off x="414000" y="1673805"/>
          <a:ext cx="9129510" cy="440959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0893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89021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Responsible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Date / sprint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Related issue / </a:t>
                      </a:r>
                    </a:p>
                    <a:p>
                      <a:pPr algn="ctr"/>
                      <a:r>
                        <a:rPr lang="en-US" noProof="0"/>
                        <a:t>item in 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934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Assumed the power-to-weight ratio was   </a:t>
                      </a:r>
                      <a:r>
                        <a:rPr lang="en-US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speed ≈ (total_power_kw / total_weight_tons) * factor</a:t>
                      </a:r>
                    </a:p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Miguel Pinto</a:t>
                      </a:r>
                    </a:p>
                    <a:p>
                      <a:pPr algn="ctr"/>
                      <a:r>
                        <a:rPr lang="pt-PT"/>
                        <a:t>1221526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17/11/2025</a:t>
                      </a:r>
                    </a:p>
                    <a:p>
                      <a:pPr algn="ctr"/>
                      <a:r>
                        <a:rPr lang="pt-PT"/>
                        <a:t>Sprint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Issue #95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Assumed the default stop time at facilities minutes is 5</a:t>
                      </a:r>
                    </a:p>
                    <a:p>
                      <a:endParaRPr lang="pt-PT"/>
                    </a:p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Miguel Pinto</a:t>
                      </a:r>
                    </a:p>
                    <a:p>
                      <a:pPr algn="ctr"/>
                      <a:r>
                        <a:rPr lang="pt-PT"/>
                        <a:t>1221526</a:t>
                      </a:r>
                    </a:p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19/11/2025</a:t>
                      </a:r>
                    </a:p>
                    <a:p>
                      <a:pPr algn="ctr"/>
                      <a:r>
                        <a:rPr lang="pt-PT"/>
                        <a:t>Sprint 2</a:t>
                      </a:r>
                    </a:p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Issue #95</a:t>
                      </a:r>
                    </a:p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Assumed the time to wait for crossing on single-track is 5 minutes</a:t>
                      </a:r>
                    </a:p>
                    <a:p>
                      <a:pPr lvl="0">
                        <a:buNone/>
                      </a:pPr>
                      <a:endParaRPr lang="pt-PT"/>
                    </a:p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Miguel Pinto</a:t>
                      </a:r>
                    </a:p>
                    <a:p>
                      <a:pPr algn="ctr"/>
                      <a:r>
                        <a:rPr lang="pt-PT"/>
                        <a:t>1221526</a:t>
                      </a:r>
                    </a:p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19/11/2025</a:t>
                      </a:r>
                    </a:p>
                    <a:p>
                      <a:pPr algn="ctr"/>
                      <a:r>
                        <a:rPr lang="pt-PT"/>
                        <a:t>Sprint 2</a:t>
                      </a:r>
                    </a:p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Issue #95</a:t>
                      </a:r>
                    </a:p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Assumed the power to speed factor was 8 (kW/ton to km/h conversation factor)</a:t>
                      </a:r>
                    </a:p>
                    <a:p>
                      <a:pPr lvl="0">
                        <a:buNone/>
                      </a:pPr>
                      <a:endParaRPr lang="pt-PT"/>
                    </a:p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Miguel Pinto</a:t>
                      </a:r>
                    </a:p>
                    <a:p>
                      <a:pPr algn="ctr"/>
                      <a:r>
                        <a:rPr lang="pt-PT"/>
                        <a:t>1221526</a:t>
                      </a:r>
                    </a:p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19/11/2025</a:t>
                      </a:r>
                    </a:p>
                    <a:p>
                      <a:pPr algn="ctr"/>
                      <a:r>
                        <a:rPr lang="pt-PT"/>
                        <a:t>Sprint 2</a:t>
                      </a:r>
                    </a:p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Issue #95</a:t>
                      </a:r>
                    </a:p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29E7-3FFD-D203-2288-6373118F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485DCF-CD7D-9487-0175-274A08E0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00" y="897918"/>
            <a:ext cx="9043200" cy="571503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Daily Meetings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6298545B-B353-4200-A812-3BB5E336033D}"/>
              </a:ext>
            </a:extLst>
          </p:cNvPr>
          <p:cNvSpPr txBox="1">
            <a:spLocks/>
          </p:cNvSpPr>
          <p:nvPr/>
        </p:nvSpPr>
        <p:spPr>
          <a:xfrm>
            <a:off x="431400" y="1571611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A760796-9F6B-C0FD-165B-0762CD07E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554921"/>
              </p:ext>
            </p:extLst>
          </p:nvPr>
        </p:nvGraphicFramePr>
        <p:xfrm>
          <a:off x="431400" y="1469421"/>
          <a:ext cx="9133574" cy="4885661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07749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087005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208250">
                  <a:extLst>
                    <a:ext uri="{9D8B030D-6E8A-4147-A177-3AD203B41FA5}">
                      <a16:colId xmlns:a16="http://schemas.microsoft.com/office/drawing/2014/main" val="4055970072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3954452917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1328943202"/>
                    </a:ext>
                  </a:extLst>
                </a:gridCol>
              </a:tblGrid>
              <a:tr h="596647">
                <a:tc>
                  <a:txBody>
                    <a:bodyPr/>
                    <a:lstStyle/>
                    <a:p>
                      <a:r>
                        <a:rPr lang="en-US" sz="1200" noProof="0"/>
                        <a:t>Date (of the meeting)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Place /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4261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29/10/2025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31/10/2025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03/11/2025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192882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05/11/2025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Class 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473310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07/11/2025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756997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09/11/2025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98396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12/11/2025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Class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213997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14/11/2025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893408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17/11/2025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11371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19/11/2025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Class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1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  <a:sym typeface="Arial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07302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21/11/2025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51432"/>
                  </a:ext>
                </a:extLst>
              </a:tr>
              <a:tr h="3511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b="0"/>
                        <a:t>22/11/2025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Discord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6925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851376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B12B-83CD-A79C-40AB-A4F8FFB7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2D3FC9-4165-9BE5-544E-277A081A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492000" cy="571503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LLM</a:t>
            </a:r>
            <a:r>
              <a:rPr lang="en-US" sz="3200" cap="none">
                <a:solidFill>
                  <a:schemeClr val="tx1"/>
                </a:solidFill>
              </a:rPr>
              <a:t> performance assessment - Input </a:t>
            </a:r>
            <a:r>
              <a:rPr lang="en-US" sz="2000" cap="none">
                <a:solidFill>
                  <a:schemeClr val="tx1"/>
                </a:solidFill>
              </a:rPr>
              <a:t>(use ChatGPT or Copilot)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7856DF50-9E5E-4610-FEB2-C4A38022FCFD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7639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b="0" kern="0">
                <a:solidFill>
                  <a:schemeClr val="tx1"/>
                </a:solidFill>
              </a:rPr>
              <a:t>Source file (</a:t>
            </a:r>
            <a:r>
              <a:rPr lang="en-US" sz="2000" b="0" i="1" kern="0">
                <a:solidFill>
                  <a:schemeClr val="bg2">
                    <a:lumMod val="60000"/>
                    <a:lumOff val="40000"/>
                  </a:schemeClr>
                </a:solidFill>
              </a:rPr>
              <a:t>attach the file you have used</a:t>
            </a:r>
            <a:r>
              <a:rPr lang="en-US" sz="2000" b="0" kern="0">
                <a:solidFill>
                  <a:schemeClr val="tx1"/>
                </a:solidFill>
              </a:rPr>
              <a:t>)</a:t>
            </a:r>
            <a:r>
              <a:rPr lang="en-US" sz="2000" b="0" kern="0">
                <a:solidFill>
                  <a:schemeClr val="bg2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000" b="0" kern="0">
                <a:solidFill>
                  <a:schemeClr val="tx1"/>
                </a:solidFill>
              </a:rPr>
              <a:t>This very own file.</a:t>
            </a: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r>
              <a:rPr lang="en-US" sz="2000" b="0" kern="0">
                <a:solidFill>
                  <a:schemeClr val="tx1"/>
                </a:solidFill>
              </a:rPr>
              <a:t>Input (</a:t>
            </a:r>
            <a:r>
              <a:rPr lang="en-US" sz="2000" b="0" i="1" kern="0">
                <a:solidFill>
                  <a:schemeClr val="bg2">
                    <a:lumMod val="60000"/>
                    <a:lumOff val="40000"/>
                  </a:schemeClr>
                </a:solidFill>
              </a:rPr>
              <a:t>write down the prompt you used to ask for the performance assessment</a:t>
            </a:r>
            <a:r>
              <a:rPr lang="en-US" sz="2000" b="0" kern="0">
                <a:solidFill>
                  <a:schemeClr val="tx1"/>
                </a:solidFill>
              </a:rPr>
              <a:t>): Given this document rate the performance of each team member individually.</a:t>
            </a: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4187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E430-2642-81CC-FC5F-10469D76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477A9-425C-670A-9E07-3A102D29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LLM performance assessment - Output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5B8695FE-2C17-FCC1-CCC4-8717D8F253C2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41914A20-7452-6770-365F-62A72A9E05A5}"/>
              </a:ext>
            </a:extLst>
          </p:cNvPr>
          <p:cNvSpPr txBox="1">
            <a:spLocks/>
          </p:cNvSpPr>
          <p:nvPr/>
        </p:nvSpPr>
        <p:spPr>
          <a:xfrm>
            <a:off x="414000" y="1718810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>
                <a:solidFill>
                  <a:schemeClr val="tx1"/>
                </a:solidFill>
              </a:rPr>
              <a:t>Output file </a:t>
            </a:r>
            <a:r>
              <a:rPr lang="en-US" sz="2000" b="0" i="1" kern="0">
                <a:solidFill>
                  <a:schemeClr val="bg2">
                    <a:lumMod val="60000"/>
                    <a:lumOff val="40000"/>
                  </a:schemeClr>
                </a:solidFill>
              </a:rPr>
              <a:t>(attach the complete file extracted from the A.I. tool): </a:t>
            </a:r>
            <a:r>
              <a:rPr lang="en-US" sz="2000" b="0" kern="0">
                <a:solidFill>
                  <a:schemeClr val="tx1"/>
                </a:solidFill>
              </a:rPr>
              <a:t>The output from the LLM was a prompt.</a:t>
            </a:r>
            <a:endParaRPr lang="en-US" sz="2000" b="0" i="1" ker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r>
              <a:rPr lang="en-US" sz="2000" kern="0">
                <a:solidFill>
                  <a:schemeClr val="tx1"/>
                </a:solidFill>
              </a:rPr>
              <a:t>Output</a:t>
            </a:r>
            <a:r>
              <a:rPr lang="en-US" sz="2000" b="0" kern="0">
                <a:solidFill>
                  <a:schemeClr val="tx1"/>
                </a:solidFill>
              </a:rPr>
              <a:t> </a:t>
            </a:r>
            <a:r>
              <a:rPr lang="en-US" sz="2000" b="0" i="1" kern="0">
                <a:solidFill>
                  <a:schemeClr val="bg2">
                    <a:lumMod val="60000"/>
                    <a:lumOff val="40000"/>
                  </a:schemeClr>
                </a:solidFill>
              </a:rPr>
              <a:t>(write one line per team member):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João: Contributed directly to ensuring all ARQCP user stories passed unit tests.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Bruno: Delivered all assigned tasks with no reported issues.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Carlos: Carlos demonstrated consistency, responsibility, and solid task execution.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Miguel: Contributed to a sprint where the team reported everything progressing as expected with no setbacks.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Francisca: Reliable and collaborative contributor, helping maintain strong team performance.</a:t>
            </a: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10042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53EF-F156-F33D-2313-E8D7DCCE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FF6CEA0-4C41-AE7C-658B-88CFDE00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LLM performance assessment – Critical Insight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2FEDAC75-266B-CFD9-8C22-2A369A13B7FE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26E8AA96-E4FE-2D1F-50B5-1C90B137D285}"/>
              </a:ext>
            </a:extLst>
          </p:cNvPr>
          <p:cNvSpPr txBox="1">
            <a:spLocks/>
          </p:cNvSpPr>
          <p:nvPr/>
        </p:nvSpPr>
        <p:spPr>
          <a:xfrm>
            <a:off x="414000" y="1718810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>
                <a:solidFill>
                  <a:schemeClr val="tx1"/>
                </a:solidFill>
              </a:rPr>
              <a:t>Team Members’ Opinion about the A.I. output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The team believes that the A.I. gave a vague output that can be used in a lot of group projects, the feeling is that the A.I. was only specific about 2 or 3 slides.</a:t>
            </a: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r>
              <a:rPr lang="en-US" sz="2000" kern="0">
                <a:solidFill>
                  <a:schemeClr val="tx1"/>
                </a:solidFill>
              </a:rPr>
              <a:t>Improvement Suggestion from LLM: </a:t>
            </a:r>
            <a:r>
              <a:rPr lang="en-US" sz="2000" b="0" kern="0">
                <a:solidFill>
                  <a:schemeClr val="tx1"/>
                </a:solidFill>
              </a:rPr>
              <a:t>Improve Collaboration Visibility.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The report only mentions João and Bruno by name.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This doesn’t mean others didn’t work — but it suggests their contributions weren’t documented.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Improvement opportunity: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Ensure all team members have: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Their tasks listed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Their contributions noted in the retrospective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This will also help with evaluation fairness.</a:t>
            </a: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09559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                        </a:t>
            </a:r>
            <a:r>
              <a:rPr lang="en-US" sz="2800" b="0" cap="none">
                <a:solidFill>
                  <a:schemeClr val="tx1"/>
                </a:solidFill>
              </a:rPr>
              <a:t>Date: 23/11/2025 </a:t>
            </a:r>
            <a:endParaRPr lang="en-US" sz="3200" b="0" cap="none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1763815"/>
            <a:ext cx="2970330" cy="4450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ESINF part was really smooth, and we think we did everything as it was asked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João and Bruno showed satisfaction as they could set all ARQCP US to pass the given unit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1763815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Problems with the data source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1763814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To read forum answers 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0AF2-FD58-E72D-83EF-8D677D3A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416E1C-4950-D71D-123A-F724531983DC}"/>
              </a:ext>
            </a:extLst>
          </p:cNvPr>
          <p:cNvSpPr/>
          <p:nvPr/>
        </p:nvSpPr>
        <p:spPr>
          <a:xfrm>
            <a:off x="317484" y="1718809"/>
            <a:ext cx="9226025" cy="4545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Keep the planning steady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Continue the estimate of hours as it was close to the real hours</a:t>
            </a:r>
          </a:p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15D1BD0F-42E6-8626-2941-D327B367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                        </a:t>
            </a:r>
            <a:r>
              <a:rPr lang="en-US" sz="2800" b="0" cap="none">
                <a:solidFill>
                  <a:schemeClr val="tx1"/>
                </a:solidFill>
              </a:rPr>
              <a:t>Date: 23/11/2025 </a:t>
            </a:r>
            <a:endParaRPr lang="en-US" sz="3200" b="0" cap="non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47918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Overall Project Performance: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EE97808-B786-5C10-6A83-416F88B5C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400" y="1731934"/>
            <a:ext cx="9043200" cy="4589999"/>
          </a:xfrm>
        </p:spPr>
        <p:txBody>
          <a:bodyPr/>
          <a:lstStyle/>
          <a:p>
            <a:pPr marL="127000" indent="0">
              <a:buNone/>
            </a:pPr>
            <a:r>
              <a:rPr lang="pt-PT">
                <a:solidFill>
                  <a:schemeClr val="tx1"/>
                </a:solidFill>
              </a:rPr>
              <a:t>LLM evaluation: 2,5/5</a:t>
            </a:r>
          </a:p>
          <a:p>
            <a:endParaRPr lang="pt-PT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>
              <a:solidFill>
                <a:schemeClr val="tx1"/>
              </a:solidFill>
            </a:endParaRPr>
          </a:p>
          <a:p>
            <a:pPr marL="127000" indent="0">
              <a:buNone/>
            </a:pPr>
            <a:r>
              <a:rPr lang="pt-PT">
                <a:solidFill>
                  <a:schemeClr val="tx1"/>
                </a:solidFill>
              </a:rPr>
              <a:t>Team evaluation: 4/5</a:t>
            </a:r>
          </a:p>
          <a:p>
            <a:pPr marL="127000" indent="0">
              <a:buNone/>
            </a:pPr>
            <a:endParaRPr lang="pt-PT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>
              <a:solidFill>
                <a:schemeClr val="tx1"/>
              </a:solidFill>
            </a:endParaRPr>
          </a:p>
          <a:p>
            <a:pPr marL="127000" indent="0">
              <a:buNone/>
            </a:pPr>
            <a:r>
              <a:rPr lang="pt-PT">
                <a:solidFill>
                  <a:schemeClr val="tx1"/>
                </a:solidFill>
              </a:rPr>
              <a:t>Team feeling: 5/5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17797C-1297-547E-D29B-35BF35D93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754" y="4563414"/>
            <a:ext cx="4275475" cy="1742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8B82C1-EAAA-9733-C818-9D6EFB516F3F}"/>
              </a:ext>
            </a:extLst>
          </p:cNvPr>
          <p:cNvSpPr txBox="1"/>
          <p:nvPr/>
        </p:nvSpPr>
        <p:spPr>
          <a:xfrm>
            <a:off x="3783158" y="5759818"/>
            <a:ext cx="4955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/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am work">
            <a:extLst>
              <a:ext uri="{FF2B5EF4-FFF2-40B4-BE49-F238E27FC236}">
                <a16:creationId xmlns:a16="http://schemas.microsoft.com/office/drawing/2014/main" id="{63305713-9999-B782-17EA-DC85021DE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9"/>
          <a:stretch/>
        </p:blipFill>
        <p:spPr bwMode="auto">
          <a:xfrm>
            <a:off x="0" y="947824"/>
            <a:ext cx="9906000" cy="591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63ee49-d5ca-4566-8d9a-132778b8595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64391778E2B4FBABC02A2DE5CC80E" ma:contentTypeVersion="16" ma:contentTypeDescription="Create a new document." ma:contentTypeScope="" ma:versionID="cb441ccb16f9d03b983703e83ff949cd">
  <xsd:schema xmlns:xsd="http://www.w3.org/2001/XMLSchema" xmlns:xs="http://www.w3.org/2001/XMLSchema" xmlns:p="http://schemas.microsoft.com/office/2006/metadata/properties" xmlns:ns3="b163ee49-d5ca-4566-8d9a-132778b8595f" xmlns:ns4="bd9de7ca-1bc7-4476-8342-8c6da5362d49" targetNamespace="http://schemas.microsoft.com/office/2006/metadata/properties" ma:root="true" ma:fieldsID="d18f7cf46a242b8dc67c377d72e0a4d4" ns3:_="" ns4:_="">
    <xsd:import namespace="b163ee49-d5ca-4566-8d9a-132778b8595f"/>
    <xsd:import namespace="bd9de7ca-1bc7-4476-8342-8c6da5362d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63ee49-d5ca-4566-8d9a-132778b859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9de7ca-1bc7-4476-8342-8c6da5362d4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B87164-EF5F-43C8-917E-48B38ACAFD1E}">
  <ds:schemaRefs>
    <ds:schemaRef ds:uri="b163ee49-d5ca-4566-8d9a-132778b8595f"/>
    <ds:schemaRef ds:uri="bd9de7ca-1bc7-4476-8342-8c6da5362d4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9B658E3-F9A4-4332-B60C-F487836D6351}">
  <ds:schemaRefs>
    <ds:schemaRef ds:uri="b163ee49-d5ca-4566-8d9a-132778b8595f"/>
    <ds:schemaRef ds:uri="bd9de7ca-1bc7-4476-8342-8c6da5362d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A4 Paper (210x297 mm)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1_ISEP</vt:lpstr>
      <vt:lpstr>Logistic On Rails - SPRINT 2  G075</vt:lpstr>
      <vt:lpstr>Sprint planning – Sprint 2</vt:lpstr>
      <vt:lpstr>Sprint 2 planning</vt:lpstr>
      <vt:lpstr>Sprint 2 planning</vt:lpstr>
      <vt:lpstr>Work assigned by team member</vt:lpstr>
      <vt:lpstr> Work assigned by type (component)</vt:lpstr>
      <vt:lpstr>Issues / Assumptions / unanswered questions</vt:lpstr>
      <vt:lpstr>Daily Meetings</vt:lpstr>
      <vt:lpstr>LLM performance assessment - Input (use ChatGPT or Copilot)</vt:lpstr>
      <vt:lpstr>LLM performance assessment - Output</vt:lpstr>
      <vt:lpstr>LLM performance assessment – Critical Insight</vt:lpstr>
      <vt:lpstr>Sprint Retrospective                        Date: 23/11/2025 </vt:lpstr>
      <vt:lpstr>Sprint Retrospective                        Date: 23/11/2025 </vt:lpstr>
      <vt:lpstr>Overall Project Performance: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revision>1</cp:revision>
  <dcterms:created xsi:type="dcterms:W3CDTF">2010-10-20T15:48:12Z</dcterms:created>
  <dcterms:modified xsi:type="dcterms:W3CDTF">2025-11-23T01:04:11Z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0x01010076764391778E2B4FBABC02A2DE5CC80E</vt:lpwstr>
  </property>
  <property fmtid="{D5CDD505-2E9C-101B-9397-08002B2CF9AE}" pid="3" name="MediaServiceImageTags">
    <vt:lpwstr/>
  </property>
</Properties>
</file>